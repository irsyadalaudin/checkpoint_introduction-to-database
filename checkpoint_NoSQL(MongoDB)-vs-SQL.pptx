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sldIdLst>
    <p:sldId id="284" r:id="rId5"/>
    <p:sldId id="286" r:id="rId6"/>
    <p:sldId id="304" r:id="rId7"/>
    <p:sldId id="298" r:id="rId8"/>
    <p:sldId id="292" r:id="rId9"/>
    <p:sldId id="300" r:id="rId10"/>
    <p:sldId id="301" r:id="rId11"/>
    <p:sldId id="285" r:id="rId12"/>
    <p:sldId id="288" r:id="rId13"/>
    <p:sldId id="297" r:id="rId14"/>
    <p:sldId id="302" r:id="rId15"/>
    <p:sldId id="303" r:id="rId16"/>
    <p:sldId id="299" r:id="rId17"/>
    <p:sldId id="29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6216" userDrawn="1">
          <p15:clr>
            <a:srgbClr val="A4A3A4"/>
          </p15:clr>
        </p15:guide>
        <p15:guide id="3" pos="1440" userDrawn="1">
          <p15:clr>
            <a:srgbClr val="A4A3A4"/>
          </p15:clr>
        </p15:guide>
        <p15:guide id="4" orient="horz" pos="2352" userDrawn="1">
          <p15:clr>
            <a:srgbClr val="A4A3A4"/>
          </p15:clr>
        </p15:guide>
        <p15:guide id="5" orient="horz" pos="936" userDrawn="1">
          <p15:clr>
            <a:srgbClr val="A4A3A4"/>
          </p15:clr>
        </p15:guide>
        <p15:guide id="6" pos="3840" userDrawn="1">
          <p15:clr>
            <a:srgbClr val="A4A3A4"/>
          </p15:clr>
        </p15:guide>
        <p15:guide id="7" orient="horz" pos="314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2828"/>
    <a:srgbClr val="F4EBE8"/>
    <a:srgbClr val="E9C46A"/>
    <a:srgbClr val="97EFD3"/>
    <a:srgbClr val="F15574"/>
    <a:srgbClr val="ECC4BF"/>
    <a:srgbClr val="C9ABA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899" autoAdjust="0"/>
  </p:normalViewPr>
  <p:slideViewPr>
    <p:cSldViewPr snapToGrid="0" snapToObjects="1" showGuides="1">
      <p:cViewPr varScale="1">
        <p:scale>
          <a:sx n="85" d="100"/>
          <a:sy n="85" d="100"/>
        </p:scale>
        <p:origin x="590" y="77"/>
      </p:cViewPr>
      <p:guideLst>
        <p:guide orient="horz" pos="528"/>
        <p:guide pos="6216"/>
        <p:guide pos="1440"/>
        <p:guide orient="horz" pos="2352"/>
        <p:guide orient="horz" pos="936"/>
        <p:guide pos="3840"/>
        <p:guide orient="horz" pos="3144"/>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38102F-BFA3-4357-9FA0-3A064E6F1B5A}" type="datetimeFigureOut">
              <a:rPr lang="en-US" smtClean="0"/>
              <a:t>8/25/2023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0D3DFC-11A7-4DDF-8AEE-A5ACE051EBF3}" type="slidenum">
              <a:rPr lang="en-US" smtClean="0"/>
              <a:t>‹#›</a:t>
            </a:fld>
            <a:endParaRPr lang="en-US" dirty="0"/>
          </a:p>
        </p:txBody>
      </p:sp>
    </p:spTree>
    <p:extLst>
      <p:ext uri="{BB962C8B-B14F-4D97-AF65-F5344CB8AC3E}">
        <p14:creationId xmlns:p14="http://schemas.microsoft.com/office/powerpoint/2010/main" val="2403009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accent2"/>
        </a:solidFill>
        <a:effectLst/>
      </p:bgPr>
    </p:bg>
    <p:spTree>
      <p:nvGrpSpPr>
        <p:cNvPr id="1" name=""/>
        <p:cNvGrpSpPr/>
        <p:nvPr/>
      </p:nvGrpSpPr>
      <p:grpSpPr>
        <a:xfrm>
          <a:off x="0" y="0"/>
          <a:ext cx="0" cy="0"/>
          <a:chOff x="0" y="0"/>
          <a:chExt cx="0" cy="0"/>
        </a:xfrm>
      </p:grpSpPr>
      <p:sp>
        <p:nvSpPr>
          <p:cNvPr id="8" name="Google Shape;327;p33">
            <a:extLst>
              <a:ext uri="{FF2B5EF4-FFF2-40B4-BE49-F238E27FC236}">
                <a16:creationId xmlns:a16="http://schemas.microsoft.com/office/drawing/2014/main" id="{E09AA4F6-9CBF-53A8-8FE8-0BAB0E7DC989}"/>
              </a:ext>
            </a:extLst>
          </p:cNvPr>
          <p:cNvSpPr/>
          <p:nvPr userDrawn="1"/>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0" name="Google Shape;328;p33">
            <a:extLst>
              <a:ext uri="{FF2B5EF4-FFF2-40B4-BE49-F238E27FC236}">
                <a16:creationId xmlns:a16="http://schemas.microsoft.com/office/drawing/2014/main" id="{CBE4E0BD-29C0-46EA-4A2D-401DD12AEC12}"/>
              </a:ext>
            </a:extLst>
          </p:cNvPr>
          <p:cNvSpPr/>
          <p:nvPr userDrawn="1"/>
        </p:nvSpPr>
        <p:spPr>
          <a:xfrm>
            <a:off x="858371" y="800100"/>
            <a:ext cx="10221119" cy="49530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D27EDEC9-86BE-FDB1-3BAE-F5FF0934CA0A}"/>
              </a:ext>
            </a:extLst>
          </p:cNvPr>
          <p:cNvSpPr>
            <a:spLocks noGrp="1"/>
          </p:cNvSpPr>
          <p:nvPr>
            <p:ph type="ctrTitle"/>
          </p:nvPr>
        </p:nvSpPr>
        <p:spPr>
          <a:xfrm>
            <a:off x="1463040" y="2240280"/>
            <a:ext cx="4873752" cy="1709928"/>
          </a:xfrm>
        </p:spPr>
        <p:txBody>
          <a:bodyPr anchor="b">
            <a:noAutofit/>
          </a:bodyPr>
          <a:lstStyle>
            <a:lvl1pPr marL="0" indent="0" algn="l">
              <a:lnSpc>
                <a:spcPct val="90000"/>
              </a:lnSpc>
              <a:defRPr sz="6000"/>
            </a:lvl1pPr>
          </a:lstStyle>
          <a:p>
            <a:r>
              <a:rPr lang="en-US" noProof="0"/>
              <a:t>Click to edit Master title style</a:t>
            </a:r>
          </a:p>
        </p:txBody>
      </p:sp>
      <p:sp>
        <p:nvSpPr>
          <p:cNvPr id="3" name="Subtitle 2">
            <a:extLst>
              <a:ext uri="{FF2B5EF4-FFF2-40B4-BE49-F238E27FC236}">
                <a16:creationId xmlns:a16="http://schemas.microsoft.com/office/drawing/2014/main" id="{61EF6069-AEE4-3455-508E-4B9EE30F0CB8}"/>
              </a:ext>
            </a:extLst>
          </p:cNvPr>
          <p:cNvSpPr>
            <a:spLocks noGrp="1"/>
          </p:cNvSpPr>
          <p:nvPr>
            <p:ph type="subTitle" idx="1"/>
          </p:nvPr>
        </p:nvSpPr>
        <p:spPr>
          <a:xfrm>
            <a:off x="1463040" y="4014216"/>
            <a:ext cx="4873752" cy="630936"/>
          </a:xfrm>
        </p:spPr>
        <p:txBody>
          <a:bodyPr>
            <a:noAutofit/>
          </a:bodyPr>
          <a:lstStyle>
            <a:lvl1pPr marL="54864" indent="0" algn="l">
              <a:lnSpc>
                <a:spcPct val="120000"/>
              </a:lnSpc>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15" name="Picture Placeholder 13">
            <a:extLst>
              <a:ext uri="{FF2B5EF4-FFF2-40B4-BE49-F238E27FC236}">
                <a16:creationId xmlns:a16="http://schemas.microsoft.com/office/drawing/2014/main" id="{BEF410E3-CEC7-640A-C8FD-08419E6C3300}"/>
              </a:ext>
            </a:extLst>
          </p:cNvPr>
          <p:cNvSpPr>
            <a:spLocks noGrp="1"/>
          </p:cNvSpPr>
          <p:nvPr>
            <p:ph type="pic" sz="quarter" idx="10"/>
          </p:nvPr>
        </p:nvSpPr>
        <p:spPr>
          <a:xfrm>
            <a:off x="7246779" y="812292"/>
            <a:ext cx="3834628" cy="4928616"/>
          </a:xfr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800">
                <a:solidFill>
                  <a:schemeClr val="tx1"/>
                </a:solidFill>
              </a:defRPr>
            </a:lvl1pPr>
          </a:lstStyle>
          <a:p>
            <a:pPr marL="0" lvl="0" algn="ctr"/>
            <a:r>
              <a:rPr lang="en-US" noProof="0"/>
              <a:t>Click icon to add picture</a:t>
            </a:r>
          </a:p>
        </p:txBody>
      </p:sp>
    </p:spTree>
    <p:extLst>
      <p:ext uri="{BB962C8B-B14F-4D97-AF65-F5344CB8AC3E}">
        <p14:creationId xmlns:p14="http://schemas.microsoft.com/office/powerpoint/2010/main" val="3797591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p>
            <a:r>
              <a:rPr lang="en-US" noProof="0"/>
              <a:t>Click to edit Master title style</a:t>
            </a:r>
          </a:p>
        </p:txBody>
      </p:sp>
      <p:sp>
        <p:nvSpPr>
          <p:cNvPr id="8" name="Google Shape;1251;p56">
            <a:extLst>
              <a:ext uri="{FF2B5EF4-FFF2-40B4-BE49-F238E27FC236}">
                <a16:creationId xmlns:a16="http://schemas.microsoft.com/office/drawing/2014/main" id="{5BDBB369-4213-AA70-D2DD-33F4E9E1F195}"/>
              </a:ext>
            </a:extLst>
          </p:cNvPr>
          <p:cNvSpPr/>
          <p:nvPr userDrawn="1"/>
        </p:nvSpPr>
        <p:spPr>
          <a:xfrm>
            <a:off x="1072604" y="2550039"/>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Google Shape;1251;p56">
            <a:extLst>
              <a:ext uri="{FF2B5EF4-FFF2-40B4-BE49-F238E27FC236}">
                <a16:creationId xmlns:a16="http://schemas.microsoft.com/office/drawing/2014/main" id="{3BF27898-0ACC-24EB-589A-96F29C94157A}"/>
              </a:ext>
            </a:extLst>
          </p:cNvPr>
          <p:cNvSpPr/>
          <p:nvPr userDrawn="1"/>
        </p:nvSpPr>
        <p:spPr>
          <a:xfrm>
            <a:off x="3235665" y="2522510"/>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Google Shape;1251;p56">
            <a:extLst>
              <a:ext uri="{FF2B5EF4-FFF2-40B4-BE49-F238E27FC236}">
                <a16:creationId xmlns:a16="http://schemas.microsoft.com/office/drawing/2014/main" id="{62CA34BE-87A5-8F47-C395-886E6870CF67}"/>
              </a:ext>
            </a:extLst>
          </p:cNvPr>
          <p:cNvSpPr/>
          <p:nvPr userDrawn="1"/>
        </p:nvSpPr>
        <p:spPr>
          <a:xfrm>
            <a:off x="5415148" y="2513962"/>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4" name="Google Shape;1251;p56">
            <a:extLst>
              <a:ext uri="{FF2B5EF4-FFF2-40B4-BE49-F238E27FC236}">
                <a16:creationId xmlns:a16="http://schemas.microsoft.com/office/drawing/2014/main" id="{E432D5F8-7F62-B5A0-F3AC-814BFBEEB0ED}"/>
              </a:ext>
            </a:extLst>
          </p:cNvPr>
          <p:cNvSpPr/>
          <p:nvPr userDrawn="1"/>
        </p:nvSpPr>
        <p:spPr>
          <a:xfrm>
            <a:off x="7530416" y="2524926"/>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6" name="Google Shape;1251;p56">
            <a:extLst>
              <a:ext uri="{FF2B5EF4-FFF2-40B4-BE49-F238E27FC236}">
                <a16:creationId xmlns:a16="http://schemas.microsoft.com/office/drawing/2014/main" id="{FBCE3915-CF40-BF29-2DBB-D9F447CC7555}"/>
              </a:ext>
            </a:extLst>
          </p:cNvPr>
          <p:cNvSpPr/>
          <p:nvPr userDrawn="1"/>
        </p:nvSpPr>
        <p:spPr>
          <a:xfrm>
            <a:off x="9709899" y="2516378"/>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Text Placeholder 19">
            <a:extLst>
              <a:ext uri="{FF2B5EF4-FFF2-40B4-BE49-F238E27FC236}">
                <a16:creationId xmlns:a16="http://schemas.microsoft.com/office/drawing/2014/main" id="{811789E5-14E6-E7AB-C9D8-6E51B4544B23}"/>
              </a:ext>
            </a:extLst>
          </p:cNvPr>
          <p:cNvSpPr>
            <a:spLocks noGrp="1"/>
          </p:cNvSpPr>
          <p:nvPr>
            <p:ph type="body" sz="quarter" idx="13" hasCustomPrompt="1"/>
          </p:nvPr>
        </p:nvSpPr>
        <p:spPr>
          <a:xfrm>
            <a:off x="986726"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2" name="Text Placeholder 19">
            <a:extLst>
              <a:ext uri="{FF2B5EF4-FFF2-40B4-BE49-F238E27FC236}">
                <a16:creationId xmlns:a16="http://schemas.microsoft.com/office/drawing/2014/main" id="{AC40220B-3ED2-1841-92D5-C0056EF47402}"/>
              </a:ext>
            </a:extLst>
          </p:cNvPr>
          <p:cNvSpPr>
            <a:spLocks noGrp="1"/>
          </p:cNvSpPr>
          <p:nvPr>
            <p:ph type="body" sz="quarter" idx="14" hasCustomPrompt="1"/>
          </p:nvPr>
        </p:nvSpPr>
        <p:spPr>
          <a:xfrm>
            <a:off x="3154680"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3" name="Text Placeholder 19">
            <a:extLst>
              <a:ext uri="{FF2B5EF4-FFF2-40B4-BE49-F238E27FC236}">
                <a16:creationId xmlns:a16="http://schemas.microsoft.com/office/drawing/2014/main" id="{B8BC651C-16ED-1741-08D3-8BA2D618C650}"/>
              </a:ext>
            </a:extLst>
          </p:cNvPr>
          <p:cNvSpPr>
            <a:spLocks noGrp="1"/>
          </p:cNvSpPr>
          <p:nvPr>
            <p:ph type="body" sz="quarter" idx="15" hasCustomPrompt="1"/>
          </p:nvPr>
        </p:nvSpPr>
        <p:spPr>
          <a:xfrm>
            <a:off x="5330952"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4" name="Text Placeholder 19">
            <a:extLst>
              <a:ext uri="{FF2B5EF4-FFF2-40B4-BE49-F238E27FC236}">
                <a16:creationId xmlns:a16="http://schemas.microsoft.com/office/drawing/2014/main" id="{B42AFC50-5862-D501-9586-4A96D4DA667F}"/>
              </a:ext>
            </a:extLst>
          </p:cNvPr>
          <p:cNvSpPr>
            <a:spLocks noGrp="1"/>
          </p:cNvSpPr>
          <p:nvPr>
            <p:ph type="body" sz="quarter" idx="16" hasCustomPrompt="1"/>
          </p:nvPr>
        </p:nvSpPr>
        <p:spPr>
          <a:xfrm>
            <a:off x="7443216"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5" name="Text Placeholder 19">
            <a:extLst>
              <a:ext uri="{FF2B5EF4-FFF2-40B4-BE49-F238E27FC236}">
                <a16:creationId xmlns:a16="http://schemas.microsoft.com/office/drawing/2014/main" id="{45772425-B358-35A8-C707-76C81B500EDA}"/>
              </a:ext>
            </a:extLst>
          </p:cNvPr>
          <p:cNvSpPr>
            <a:spLocks noGrp="1"/>
          </p:cNvSpPr>
          <p:nvPr>
            <p:ph type="body" sz="quarter" idx="17" hasCustomPrompt="1"/>
          </p:nvPr>
        </p:nvSpPr>
        <p:spPr>
          <a:xfrm>
            <a:off x="9628632"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7" name="Text Placeholder 26">
            <a:extLst>
              <a:ext uri="{FF2B5EF4-FFF2-40B4-BE49-F238E27FC236}">
                <a16:creationId xmlns:a16="http://schemas.microsoft.com/office/drawing/2014/main" id="{B0B8A0CF-58B1-629F-C8DB-238E5114277C}"/>
              </a:ext>
            </a:extLst>
          </p:cNvPr>
          <p:cNvSpPr>
            <a:spLocks noGrp="1"/>
          </p:cNvSpPr>
          <p:nvPr>
            <p:ph type="body" sz="quarter" idx="18"/>
          </p:nvPr>
        </p:nvSpPr>
        <p:spPr>
          <a:xfrm>
            <a:off x="824102" y="432511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28" name="Text Placeholder 26">
            <a:extLst>
              <a:ext uri="{FF2B5EF4-FFF2-40B4-BE49-F238E27FC236}">
                <a16:creationId xmlns:a16="http://schemas.microsoft.com/office/drawing/2014/main" id="{3973DBDD-5F4C-3094-B5AB-751AF360379C}"/>
              </a:ext>
            </a:extLst>
          </p:cNvPr>
          <p:cNvSpPr>
            <a:spLocks noGrp="1"/>
          </p:cNvSpPr>
          <p:nvPr>
            <p:ph type="body" sz="quarter" idx="19"/>
          </p:nvPr>
        </p:nvSpPr>
        <p:spPr>
          <a:xfrm>
            <a:off x="2992056" y="432670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29" name="Text Placeholder 26">
            <a:extLst>
              <a:ext uri="{FF2B5EF4-FFF2-40B4-BE49-F238E27FC236}">
                <a16:creationId xmlns:a16="http://schemas.microsoft.com/office/drawing/2014/main" id="{6A7033DE-A188-7F2B-B42D-3B4334B2C4BE}"/>
              </a:ext>
            </a:extLst>
          </p:cNvPr>
          <p:cNvSpPr>
            <a:spLocks noGrp="1"/>
          </p:cNvSpPr>
          <p:nvPr>
            <p:ph type="body" sz="quarter" idx="20"/>
          </p:nvPr>
        </p:nvSpPr>
        <p:spPr>
          <a:xfrm>
            <a:off x="5168328" y="431364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30" name="Text Placeholder 26">
            <a:extLst>
              <a:ext uri="{FF2B5EF4-FFF2-40B4-BE49-F238E27FC236}">
                <a16:creationId xmlns:a16="http://schemas.microsoft.com/office/drawing/2014/main" id="{82C8DA85-8265-9485-A51D-73E1629CC541}"/>
              </a:ext>
            </a:extLst>
          </p:cNvPr>
          <p:cNvSpPr>
            <a:spLocks noGrp="1"/>
          </p:cNvSpPr>
          <p:nvPr>
            <p:ph type="body" sz="quarter" idx="21"/>
          </p:nvPr>
        </p:nvSpPr>
        <p:spPr>
          <a:xfrm>
            <a:off x="7279858" y="4319944"/>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31" name="Text Placeholder 26">
            <a:extLst>
              <a:ext uri="{FF2B5EF4-FFF2-40B4-BE49-F238E27FC236}">
                <a16:creationId xmlns:a16="http://schemas.microsoft.com/office/drawing/2014/main" id="{20594F27-59D4-99D2-77B5-71915573EDA4}"/>
              </a:ext>
            </a:extLst>
          </p:cNvPr>
          <p:cNvSpPr>
            <a:spLocks noGrp="1"/>
          </p:cNvSpPr>
          <p:nvPr>
            <p:ph type="body" sz="quarter" idx="22"/>
          </p:nvPr>
        </p:nvSpPr>
        <p:spPr>
          <a:xfrm>
            <a:off x="9466008" y="4319944"/>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6" name="Slide Number Placeholder 5">
            <a:extLst>
              <a:ext uri="{FF2B5EF4-FFF2-40B4-BE49-F238E27FC236}">
                <a16:creationId xmlns:a16="http://schemas.microsoft.com/office/drawing/2014/main" id="{754CBAEF-CF24-7502-B796-D47DF23F28D4}"/>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5" name="Footer Placeholder 4">
            <a:extLst>
              <a:ext uri="{FF2B5EF4-FFF2-40B4-BE49-F238E27FC236}">
                <a16:creationId xmlns:a16="http://schemas.microsoft.com/office/drawing/2014/main" id="{82D9E7CE-C596-EE32-BBFE-799C10EFBBB2}"/>
              </a:ext>
            </a:extLst>
          </p:cNvPr>
          <p:cNvSpPr>
            <a:spLocks noGrp="1"/>
          </p:cNvSpPr>
          <p:nvPr>
            <p:ph type="ftr" sz="quarter" idx="11"/>
          </p:nvPr>
        </p:nvSpPr>
        <p:spPr/>
        <p:txBody>
          <a:bodyPr/>
          <a:lstStyle/>
          <a:p>
            <a:r>
              <a:rPr lang="en-US" noProof="0"/>
              <a:t>Presentation title</a:t>
            </a:r>
          </a:p>
        </p:txBody>
      </p:sp>
      <p:sp>
        <p:nvSpPr>
          <p:cNvPr id="4" name="Date Placeholder 3">
            <a:extLst>
              <a:ext uri="{FF2B5EF4-FFF2-40B4-BE49-F238E27FC236}">
                <a16:creationId xmlns:a16="http://schemas.microsoft.com/office/drawing/2014/main" id="{7490B60C-999F-167B-3927-D752A0DE60A7}"/>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748925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bg>
      <p:bgPr>
        <a:solidFill>
          <a:schemeClr val="tx2"/>
        </a:solidFill>
        <a:effectLst/>
      </p:bgPr>
    </p:bg>
    <p:spTree>
      <p:nvGrpSpPr>
        <p:cNvPr id="1" name=""/>
        <p:cNvGrpSpPr/>
        <p:nvPr/>
      </p:nvGrpSpPr>
      <p:grpSpPr>
        <a:xfrm>
          <a:off x="0" y="0"/>
          <a:ext cx="0" cy="0"/>
          <a:chOff x="0" y="0"/>
          <a:chExt cx="0" cy="0"/>
        </a:xfrm>
      </p:grpSpPr>
      <p:sp>
        <p:nvSpPr>
          <p:cNvPr id="8" name="Google Shape;327;p33">
            <a:extLst>
              <a:ext uri="{FF2B5EF4-FFF2-40B4-BE49-F238E27FC236}">
                <a16:creationId xmlns:a16="http://schemas.microsoft.com/office/drawing/2014/main" id="{F51DD675-2DC4-A4BE-C624-3048A2E666B7}"/>
              </a:ext>
            </a:extLst>
          </p:cNvPr>
          <p:cNvSpPr/>
          <p:nvPr userDrawn="1"/>
        </p:nvSpPr>
        <p:spPr>
          <a:xfrm>
            <a:off x="809553" y="1012104"/>
            <a:ext cx="6957749" cy="506173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2" name="Google Shape;328;p33">
            <a:extLst>
              <a:ext uri="{FF2B5EF4-FFF2-40B4-BE49-F238E27FC236}">
                <a16:creationId xmlns:a16="http://schemas.microsoft.com/office/drawing/2014/main" id="{A0952ED0-9FCB-B6D2-E806-E2663B8961D0}"/>
              </a:ext>
            </a:extLst>
          </p:cNvPr>
          <p:cNvSpPr/>
          <p:nvPr userDrawn="1"/>
        </p:nvSpPr>
        <p:spPr>
          <a:xfrm>
            <a:off x="600338" y="782757"/>
            <a:ext cx="6957749" cy="5061732"/>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a:xfrm>
            <a:off x="1389888" y="1719072"/>
            <a:ext cx="5038344" cy="1709928"/>
          </a:xfrm>
        </p:spPr>
        <p:txBody>
          <a:bodyPr/>
          <a:lstStyle>
            <a:lvl1pPr algn="l">
              <a:lnSpc>
                <a:spcPct val="90000"/>
              </a:lnSpc>
              <a:defRPr/>
            </a:lvl1pPr>
          </a:lstStyle>
          <a:p>
            <a:r>
              <a:rPr lang="en-US" noProof="0"/>
              <a:t>Click to edit Master title style</a:t>
            </a:r>
          </a:p>
        </p:txBody>
      </p:sp>
      <p:sp>
        <p:nvSpPr>
          <p:cNvPr id="10" name="Picture Placeholder 9">
            <a:extLst>
              <a:ext uri="{FF2B5EF4-FFF2-40B4-BE49-F238E27FC236}">
                <a16:creationId xmlns:a16="http://schemas.microsoft.com/office/drawing/2014/main" id="{0BC3CDDF-FEA3-712D-9071-515D264F06E7}"/>
              </a:ext>
            </a:extLst>
          </p:cNvPr>
          <p:cNvSpPr>
            <a:spLocks noGrp="1"/>
          </p:cNvSpPr>
          <p:nvPr>
            <p:ph type="pic" sz="quarter" idx="13"/>
          </p:nvPr>
        </p:nvSpPr>
        <p:spPr>
          <a:xfrm>
            <a:off x="8296656" y="0"/>
            <a:ext cx="3895344" cy="6858000"/>
          </a:xfrm>
          <a:solidFill>
            <a:schemeClr val="accent1"/>
          </a:solidFill>
        </p:spPr>
        <p:txBody>
          <a:bodyPr anchor="ctr"/>
          <a:lstStyle>
            <a:lvl1pPr marL="0" indent="0" algn="ctr">
              <a:buNone/>
              <a:defRPr/>
            </a:lvl1pPr>
          </a:lstStyle>
          <a:p>
            <a:r>
              <a:rPr lang="en-US" noProof="0"/>
              <a:t>Click icon to add picture</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1389888" y="3054096"/>
            <a:ext cx="5010912" cy="2130552"/>
          </a:xfrm>
        </p:spPr>
        <p:txBody>
          <a:bodyPr/>
          <a:lstStyle>
            <a:lvl1pPr marL="54864" indent="0">
              <a:lnSpc>
                <a:spcPct val="120000"/>
              </a:lnSpc>
              <a:spcBef>
                <a:spcPts val="0"/>
              </a:spcBef>
              <a:buNone/>
              <a:defRPr sz="1600"/>
            </a:lvl1pPr>
            <a:lvl2pPr>
              <a:defRPr sz="1400"/>
            </a:lvl2pPr>
            <a:lvl3pPr>
              <a:defRPr sz="1200"/>
            </a:lvl3pPr>
            <a:lvl4pPr>
              <a:defRPr sz="1100"/>
            </a:lvl4pPr>
            <a:lvl5pPr>
              <a:defRPr sz="1100"/>
            </a:lvl5pPr>
          </a:lstStyle>
          <a:p>
            <a:pPr lvl="0"/>
            <a:r>
              <a:rPr lang="en-US" noProof="0"/>
              <a:t>Click to edit Master text styles</a:t>
            </a:r>
          </a:p>
        </p:txBody>
      </p:sp>
      <p:cxnSp>
        <p:nvCxnSpPr>
          <p:cNvPr id="28" name="Straight Connector 27">
            <a:extLst>
              <a:ext uri="{FF2B5EF4-FFF2-40B4-BE49-F238E27FC236}">
                <a16:creationId xmlns:a16="http://schemas.microsoft.com/office/drawing/2014/main" id="{A4F7CD76-D087-685D-2E27-537F34D67EBE}"/>
              </a:ext>
            </a:extLst>
          </p:cNvPr>
          <p:cNvCxnSpPr>
            <a:cxnSpLocks/>
          </p:cNvCxnSpPr>
          <p:nvPr userDrawn="1"/>
        </p:nvCxnSpPr>
        <p:spPr>
          <a:xfrm>
            <a:off x="11276341" y="6528816"/>
            <a:ext cx="9144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754CBAEF-CF24-7502-B796-D47DF23F28D4}"/>
              </a:ext>
            </a:extLst>
          </p:cNvPr>
          <p:cNvSpPr>
            <a:spLocks noGrp="1"/>
          </p:cNvSpPr>
          <p:nvPr>
            <p:ph type="sldNum" sz="quarter" idx="12"/>
          </p:nvPr>
        </p:nvSpPr>
        <p:spPr>
          <a:xfrm>
            <a:off x="3962400" y="6400904"/>
            <a:ext cx="365760" cy="246888"/>
          </a:xfrm>
        </p:spPr>
        <p:txBody>
          <a:bodyPr/>
          <a:lstStyle>
            <a:lvl1pPr>
              <a:defRPr>
                <a:solidFill>
                  <a:schemeClr val="bg1"/>
                </a:solidFill>
              </a:defRPr>
            </a:lvl1pPr>
          </a:lstStyle>
          <a:p>
            <a:fld id="{8D0AFDD5-844D-364D-8AEC-50CF4D36D55D}" type="slidenum">
              <a:rPr lang="en-US" noProof="0" smtClean="0"/>
              <a:pPr/>
              <a:t>‹#›</a:t>
            </a:fld>
            <a:endParaRPr lang="en-US" noProof="0"/>
          </a:p>
        </p:txBody>
      </p:sp>
      <p:grpSp>
        <p:nvGrpSpPr>
          <p:cNvPr id="13" name="Group 12">
            <a:extLst>
              <a:ext uri="{FF2B5EF4-FFF2-40B4-BE49-F238E27FC236}">
                <a16:creationId xmlns:a16="http://schemas.microsoft.com/office/drawing/2014/main" id="{0C63F889-82B6-D594-DA07-4C82AE33663F}"/>
              </a:ext>
            </a:extLst>
          </p:cNvPr>
          <p:cNvGrpSpPr/>
          <p:nvPr userDrawn="1"/>
        </p:nvGrpSpPr>
        <p:grpSpPr>
          <a:xfrm>
            <a:off x="0" y="6527001"/>
            <a:ext cx="8294153" cy="5617"/>
            <a:chOff x="0" y="6527001"/>
            <a:chExt cx="8294153" cy="5617"/>
          </a:xfrm>
        </p:grpSpPr>
        <p:cxnSp>
          <p:nvCxnSpPr>
            <p:cNvPr id="14" name="Straight Connector 13">
              <a:extLst>
                <a:ext uri="{FF2B5EF4-FFF2-40B4-BE49-F238E27FC236}">
                  <a16:creationId xmlns:a16="http://schemas.microsoft.com/office/drawing/2014/main" id="{3F4BFE95-6DCA-752C-0F0C-CCAF1A576CD0}"/>
                </a:ext>
              </a:extLst>
            </p:cNvPr>
            <p:cNvCxnSpPr>
              <a:cxnSpLocks/>
            </p:cNvCxnSpPr>
            <p:nvPr/>
          </p:nvCxnSpPr>
          <p:spPr>
            <a:xfrm>
              <a:off x="0" y="6527001"/>
              <a:ext cx="3935513" cy="561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920C2FA-C2E7-21E2-09D0-3BA6B1BC2C1E}"/>
                </a:ext>
              </a:extLst>
            </p:cNvPr>
            <p:cNvCxnSpPr>
              <a:cxnSpLocks/>
            </p:cNvCxnSpPr>
            <p:nvPr/>
          </p:nvCxnSpPr>
          <p:spPr>
            <a:xfrm>
              <a:off x="4358640" y="6527001"/>
              <a:ext cx="3935513" cy="561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8208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8D51F-4DA4-5AB7-6ACD-17065B86DE72}"/>
              </a:ext>
            </a:extLst>
          </p:cNvPr>
          <p:cNvSpPr>
            <a:spLocks noGrp="1"/>
          </p:cNvSpPr>
          <p:nvPr>
            <p:ph type="title"/>
          </p:nvPr>
        </p:nvSpPr>
        <p:spPr>
          <a:xfrm>
            <a:off x="731520" y="1947672"/>
            <a:ext cx="3017520" cy="1938528"/>
          </a:xfrm>
        </p:spPr>
        <p:txBody>
          <a:bodyPr anchor="t"/>
          <a:lstStyle>
            <a:lvl1pPr algn="l">
              <a:defRPr sz="6000"/>
            </a:lvl1pPr>
          </a:lstStyle>
          <a:p>
            <a:r>
              <a:rPr lang="en-US" noProof="0"/>
              <a:t>Click to edit Master title style</a:t>
            </a:r>
          </a:p>
        </p:txBody>
      </p:sp>
      <p:sp>
        <p:nvSpPr>
          <p:cNvPr id="3" name="Text Placeholder 2">
            <a:extLst>
              <a:ext uri="{FF2B5EF4-FFF2-40B4-BE49-F238E27FC236}">
                <a16:creationId xmlns:a16="http://schemas.microsoft.com/office/drawing/2014/main" id="{F4264711-7A11-A788-DD48-17D0C3B08384}"/>
              </a:ext>
            </a:extLst>
          </p:cNvPr>
          <p:cNvSpPr>
            <a:spLocks noGrp="1"/>
          </p:cNvSpPr>
          <p:nvPr>
            <p:ph type="body" idx="1"/>
          </p:nvPr>
        </p:nvSpPr>
        <p:spPr>
          <a:xfrm>
            <a:off x="758952" y="4279392"/>
            <a:ext cx="2980944" cy="402336"/>
          </a:xfrm>
        </p:spPr>
        <p:txBody>
          <a:bodyPr/>
          <a:lstStyle>
            <a:lvl1pPr marL="0" indent="0">
              <a:lnSpc>
                <a:spcPct val="100000"/>
              </a:lnSpc>
              <a:spcBef>
                <a:spcPts val="0"/>
              </a:spcBef>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
        <p:nvSpPr>
          <p:cNvPr id="8" name="Google Shape;1251;p56">
            <a:extLst>
              <a:ext uri="{FF2B5EF4-FFF2-40B4-BE49-F238E27FC236}">
                <a16:creationId xmlns:a16="http://schemas.microsoft.com/office/drawing/2014/main" id="{9061A64A-DA6A-5D22-BE0B-94B0626A6CF1}"/>
              </a:ext>
            </a:extLst>
          </p:cNvPr>
          <p:cNvSpPr/>
          <p:nvPr userDrawn="1"/>
        </p:nvSpPr>
        <p:spPr>
          <a:xfrm>
            <a:off x="5102241" y="597060"/>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Picture Placeholder 9">
            <a:extLst>
              <a:ext uri="{FF2B5EF4-FFF2-40B4-BE49-F238E27FC236}">
                <a16:creationId xmlns:a16="http://schemas.microsoft.com/office/drawing/2014/main" id="{E88E5310-5724-6031-306F-4110AC65EBDB}"/>
              </a:ext>
            </a:extLst>
          </p:cNvPr>
          <p:cNvSpPr>
            <a:spLocks noGrp="1" noChangeAspect="1"/>
          </p:cNvSpPr>
          <p:nvPr>
            <p:ph type="pic" sz="quarter" idx="10"/>
          </p:nvPr>
        </p:nvSpPr>
        <p:spPr>
          <a:xfrm>
            <a:off x="5001768" y="420624"/>
            <a:ext cx="5897880" cy="5897880"/>
          </a:xfrm>
          <a:prstGeom prst="ellipse">
            <a:avLst/>
          </a:prstGeom>
          <a:solidFill>
            <a:schemeClr val="accent1"/>
          </a:solidFill>
          <a:ln w="25400">
            <a:solidFill>
              <a:schemeClr val="tx1"/>
            </a:solidFill>
          </a:ln>
        </p:spPr>
        <p:txBody>
          <a:bodyPr anchor="ctr"/>
          <a:lstStyle>
            <a:lvl1pPr marL="0" indent="0" algn="ctr">
              <a:buNone/>
              <a:defRPr/>
            </a:lvl1pPr>
          </a:lstStyle>
          <a:p>
            <a:r>
              <a:rPr lang="en-US" noProof="0"/>
              <a:t>Click icon to add picture</a:t>
            </a:r>
          </a:p>
        </p:txBody>
      </p:sp>
    </p:spTree>
    <p:extLst>
      <p:ext uri="{BB962C8B-B14F-4D97-AF65-F5344CB8AC3E}">
        <p14:creationId xmlns:p14="http://schemas.microsoft.com/office/powerpoint/2010/main" val="791168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p>
            <a:r>
              <a:rPr lang="en-US" noProof="0"/>
              <a:t>Click to edit Master title style</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484632" y="1810512"/>
            <a:ext cx="11000232" cy="416052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754CBAEF-CF24-7502-B796-D47DF23F28D4}"/>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5" name="Footer Placeholder 4">
            <a:extLst>
              <a:ext uri="{FF2B5EF4-FFF2-40B4-BE49-F238E27FC236}">
                <a16:creationId xmlns:a16="http://schemas.microsoft.com/office/drawing/2014/main" id="{82D9E7CE-C596-EE32-BBFE-799C10EFBBB2}"/>
              </a:ext>
            </a:extLst>
          </p:cNvPr>
          <p:cNvSpPr>
            <a:spLocks noGrp="1"/>
          </p:cNvSpPr>
          <p:nvPr>
            <p:ph type="ftr" sz="quarter" idx="11"/>
          </p:nvPr>
        </p:nvSpPr>
        <p:spPr/>
        <p:txBody>
          <a:bodyPr/>
          <a:lstStyle/>
          <a:p>
            <a:r>
              <a:rPr lang="en-US" noProof="0"/>
              <a:t>Presentation title</a:t>
            </a:r>
          </a:p>
        </p:txBody>
      </p:sp>
      <p:sp>
        <p:nvSpPr>
          <p:cNvPr id="4" name="Date Placeholder 3">
            <a:extLst>
              <a:ext uri="{FF2B5EF4-FFF2-40B4-BE49-F238E27FC236}">
                <a16:creationId xmlns:a16="http://schemas.microsoft.com/office/drawing/2014/main" id="{7490B60C-999F-167B-3927-D752A0DE60A7}"/>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1201349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3"/>
        </a:solidFill>
        <a:effectLst/>
      </p:bgPr>
    </p:bg>
    <p:spTree>
      <p:nvGrpSpPr>
        <p:cNvPr id="1" name=""/>
        <p:cNvGrpSpPr/>
        <p:nvPr/>
      </p:nvGrpSpPr>
      <p:grpSpPr>
        <a:xfrm>
          <a:off x="0" y="0"/>
          <a:ext cx="0" cy="0"/>
          <a:chOff x="0" y="0"/>
          <a:chExt cx="0" cy="0"/>
        </a:xfrm>
      </p:grpSpPr>
      <p:sp>
        <p:nvSpPr>
          <p:cNvPr id="12" name="Google Shape;327;p33">
            <a:extLst>
              <a:ext uri="{FF2B5EF4-FFF2-40B4-BE49-F238E27FC236}">
                <a16:creationId xmlns:a16="http://schemas.microsoft.com/office/drawing/2014/main" id="{EA1EE280-E44E-F71B-ED1B-CA8CEDEE6175}"/>
              </a:ext>
            </a:extLst>
          </p:cNvPr>
          <p:cNvSpPr/>
          <p:nvPr userDrawn="1"/>
        </p:nvSpPr>
        <p:spPr>
          <a:xfrm>
            <a:off x="1087280" y="1161412"/>
            <a:ext cx="10221119" cy="4831742"/>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accent2">
                  <a:lumMod val="20000"/>
                  <a:lumOff val="80000"/>
                </a:schemeClr>
              </a:solidFill>
              <a:latin typeface="Karla"/>
              <a:ea typeface="Karla"/>
              <a:cs typeface="Karla"/>
              <a:sym typeface="Karla"/>
            </a:endParaRPr>
          </a:p>
        </p:txBody>
      </p:sp>
      <p:sp>
        <p:nvSpPr>
          <p:cNvPr id="14" name="Google Shape;328;p33">
            <a:extLst>
              <a:ext uri="{FF2B5EF4-FFF2-40B4-BE49-F238E27FC236}">
                <a16:creationId xmlns:a16="http://schemas.microsoft.com/office/drawing/2014/main" id="{332C8624-D848-DF0C-9104-7A2655E4A0FE}"/>
              </a:ext>
            </a:extLst>
          </p:cNvPr>
          <p:cNvSpPr/>
          <p:nvPr userDrawn="1"/>
        </p:nvSpPr>
        <p:spPr>
          <a:xfrm>
            <a:off x="858371" y="800100"/>
            <a:ext cx="10221119" cy="4953001"/>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a:xfrm>
            <a:off x="2862072" y="2322576"/>
            <a:ext cx="6473952" cy="1901952"/>
          </a:xfrm>
        </p:spPr>
        <p:txBody>
          <a:bodyPr anchor="ctr"/>
          <a:lstStyle>
            <a:lvl1pPr algn="l">
              <a:lnSpc>
                <a:spcPct val="90000"/>
              </a:lnSpc>
              <a:defRPr sz="4000"/>
            </a:lvl1pPr>
          </a:lstStyle>
          <a:p>
            <a:r>
              <a:rPr lang="en-US" noProof="0"/>
              <a:t>Click to edit Master title style</a:t>
            </a:r>
          </a:p>
        </p:txBody>
      </p:sp>
      <p:sp>
        <p:nvSpPr>
          <p:cNvPr id="18" name="Text Placeholder 15">
            <a:extLst>
              <a:ext uri="{FF2B5EF4-FFF2-40B4-BE49-F238E27FC236}">
                <a16:creationId xmlns:a16="http://schemas.microsoft.com/office/drawing/2014/main" id="{4817D722-78FF-E98D-229F-DDC8146F5572}"/>
              </a:ext>
            </a:extLst>
          </p:cNvPr>
          <p:cNvSpPr>
            <a:spLocks noGrp="1"/>
          </p:cNvSpPr>
          <p:nvPr>
            <p:ph type="body" sz="quarter" idx="15" hasCustomPrompt="1"/>
          </p:nvPr>
        </p:nvSpPr>
        <p:spPr>
          <a:xfrm>
            <a:off x="1027874" y="809103"/>
            <a:ext cx="1798955" cy="2062163"/>
          </a:xfrm>
        </p:spPr>
        <p:txBody>
          <a:bodyPr anchor="t"/>
          <a:lstStyle>
            <a:lvl1pPr marL="0" indent="0">
              <a:buNone/>
              <a:defRPr sz="25000" b="1">
                <a:solidFill>
                  <a:schemeClr val="tx2"/>
                </a:solidFill>
                <a:latin typeface="+mj-lt"/>
              </a:defRPr>
            </a:lvl1pPr>
          </a:lstStyle>
          <a:p>
            <a:pPr lvl="0"/>
            <a:r>
              <a:rPr lang="en-US" noProof="0"/>
              <a:t>“</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2862072" y="4334256"/>
            <a:ext cx="2340864" cy="585216"/>
          </a:xfrm>
        </p:spPr>
        <p:txBody>
          <a:bodyPr/>
          <a:lstStyle>
            <a:lvl1pPr marL="0" indent="0">
              <a:lnSpc>
                <a:spcPct val="100000"/>
              </a:lnSpc>
              <a:spcBef>
                <a:spcPts val="0"/>
              </a:spcBef>
              <a:buNone/>
              <a:defRPr sz="2000"/>
            </a:lvl1pPr>
          </a:lstStyle>
          <a:p>
            <a:pPr lvl="0"/>
            <a:r>
              <a:rPr lang="en-US" noProof="0"/>
              <a:t>Click to edit Master text styles</a:t>
            </a:r>
          </a:p>
        </p:txBody>
      </p:sp>
      <p:sp>
        <p:nvSpPr>
          <p:cNvPr id="17" name="Text Placeholder 15">
            <a:extLst>
              <a:ext uri="{FF2B5EF4-FFF2-40B4-BE49-F238E27FC236}">
                <a16:creationId xmlns:a16="http://schemas.microsoft.com/office/drawing/2014/main" id="{F9A35D83-86B3-5132-45B2-6382E8F3A4C2}"/>
              </a:ext>
            </a:extLst>
          </p:cNvPr>
          <p:cNvSpPr>
            <a:spLocks noGrp="1"/>
          </p:cNvSpPr>
          <p:nvPr>
            <p:ph type="body" sz="quarter" idx="14" hasCustomPrompt="1"/>
          </p:nvPr>
        </p:nvSpPr>
        <p:spPr>
          <a:xfrm>
            <a:off x="9281160" y="3957272"/>
            <a:ext cx="1798955" cy="2062163"/>
          </a:xfrm>
        </p:spPr>
        <p:txBody>
          <a:bodyPr/>
          <a:lstStyle>
            <a:lvl1pPr marL="0" indent="0">
              <a:buNone/>
              <a:defRPr sz="25000" b="1">
                <a:solidFill>
                  <a:schemeClr val="tx2"/>
                </a:solidFill>
                <a:latin typeface="+mj-lt"/>
              </a:defRPr>
            </a:lvl1pPr>
          </a:lstStyle>
          <a:p>
            <a:pPr lvl="0"/>
            <a:r>
              <a:rPr lang="en-US" noProof="0"/>
              <a:t>”</a:t>
            </a:r>
          </a:p>
        </p:txBody>
      </p:sp>
      <p:sp>
        <p:nvSpPr>
          <p:cNvPr id="7" name="Date Placeholder 6">
            <a:extLst>
              <a:ext uri="{FF2B5EF4-FFF2-40B4-BE49-F238E27FC236}">
                <a16:creationId xmlns:a16="http://schemas.microsoft.com/office/drawing/2014/main" id="{C1F53ABF-1C17-E7D0-EEB7-468CEDF285C7}"/>
              </a:ext>
            </a:extLst>
          </p:cNvPr>
          <p:cNvSpPr>
            <a:spLocks noGrp="1"/>
          </p:cNvSpPr>
          <p:nvPr>
            <p:ph type="dt" sz="half" idx="16"/>
          </p:nvPr>
        </p:nvSpPr>
        <p:spPr/>
        <p:txBody>
          <a:bodyPr/>
          <a:lstStyle/>
          <a:p>
            <a:r>
              <a:rPr lang="en-US" noProof="0"/>
              <a:t>20XX</a:t>
            </a:r>
          </a:p>
        </p:txBody>
      </p:sp>
      <p:sp>
        <p:nvSpPr>
          <p:cNvPr id="8" name="Footer Placeholder 7">
            <a:extLst>
              <a:ext uri="{FF2B5EF4-FFF2-40B4-BE49-F238E27FC236}">
                <a16:creationId xmlns:a16="http://schemas.microsoft.com/office/drawing/2014/main" id="{86A64DF1-77A3-B856-5F46-12724706B8A1}"/>
              </a:ext>
            </a:extLst>
          </p:cNvPr>
          <p:cNvSpPr>
            <a:spLocks noGrp="1"/>
          </p:cNvSpPr>
          <p:nvPr>
            <p:ph type="ftr" sz="quarter" idx="17"/>
          </p:nvPr>
        </p:nvSpPr>
        <p:spPr/>
        <p:txBody>
          <a:bodyPr/>
          <a:lstStyle/>
          <a:p>
            <a:r>
              <a:rPr lang="en-US" noProof="0"/>
              <a:t>Presentation title</a:t>
            </a:r>
          </a:p>
        </p:txBody>
      </p:sp>
      <p:sp>
        <p:nvSpPr>
          <p:cNvPr id="9" name="Slide Number Placeholder 8">
            <a:extLst>
              <a:ext uri="{FF2B5EF4-FFF2-40B4-BE49-F238E27FC236}">
                <a16:creationId xmlns:a16="http://schemas.microsoft.com/office/drawing/2014/main" id="{D8961FC7-9CAD-4B2D-A8F6-C172AF6D5EB1}"/>
              </a:ext>
            </a:extLst>
          </p:cNvPr>
          <p:cNvSpPr>
            <a:spLocks noGrp="1"/>
          </p:cNvSpPr>
          <p:nvPr>
            <p:ph type="sldNum" sz="quarter" idx="18"/>
          </p:nvPr>
        </p:nvSpPr>
        <p:spPr/>
        <p:txBody>
          <a:bodyPr/>
          <a:lstStyle/>
          <a:p>
            <a:fld id="{8D0AFDD5-844D-364D-8AEC-50CF4D36D55D}" type="slidenum">
              <a:rPr lang="en-US" noProof="0" smtClean="0"/>
              <a:pPr/>
              <a:t>‹#›</a:t>
            </a:fld>
            <a:endParaRPr lang="en-US" noProof="0"/>
          </a:p>
        </p:txBody>
      </p:sp>
    </p:spTree>
    <p:extLst>
      <p:ext uri="{BB962C8B-B14F-4D97-AF65-F5344CB8AC3E}">
        <p14:creationId xmlns:p14="http://schemas.microsoft.com/office/powerpoint/2010/main" val="2884380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x4">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FDA4E-49F9-223C-DA55-A79802EE1883}"/>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
        <p:nvSpPr>
          <p:cNvPr id="7" name="Google Shape;1149;p53">
            <a:extLst>
              <a:ext uri="{FF2B5EF4-FFF2-40B4-BE49-F238E27FC236}">
                <a16:creationId xmlns:a16="http://schemas.microsoft.com/office/drawing/2014/main" id="{E21113D2-FC9F-27EC-7A45-E8F7695D1407}"/>
              </a:ext>
            </a:extLst>
          </p:cNvPr>
          <p:cNvSpPr/>
          <p:nvPr userDrawn="1"/>
        </p:nvSpPr>
        <p:spPr>
          <a:xfrm>
            <a:off x="694922" y="2330750"/>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9" name="Google Shape;1149;p53">
            <a:extLst>
              <a:ext uri="{FF2B5EF4-FFF2-40B4-BE49-F238E27FC236}">
                <a16:creationId xmlns:a16="http://schemas.microsoft.com/office/drawing/2014/main" id="{AD0B836B-7152-D6F5-7044-4B3B321454F5}"/>
              </a:ext>
            </a:extLst>
          </p:cNvPr>
          <p:cNvSpPr/>
          <p:nvPr userDrawn="1"/>
        </p:nvSpPr>
        <p:spPr>
          <a:xfrm>
            <a:off x="3541000" y="2330750"/>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9;p53">
            <a:extLst>
              <a:ext uri="{FF2B5EF4-FFF2-40B4-BE49-F238E27FC236}">
                <a16:creationId xmlns:a16="http://schemas.microsoft.com/office/drawing/2014/main" id="{65518B88-F549-D8C7-0CD2-91E7CABE5E13}"/>
              </a:ext>
            </a:extLst>
          </p:cNvPr>
          <p:cNvSpPr/>
          <p:nvPr userDrawn="1"/>
        </p:nvSpPr>
        <p:spPr>
          <a:xfrm>
            <a:off x="6387080" y="2328404"/>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3" name="Google Shape;1149;p53">
            <a:extLst>
              <a:ext uri="{FF2B5EF4-FFF2-40B4-BE49-F238E27FC236}">
                <a16:creationId xmlns:a16="http://schemas.microsoft.com/office/drawing/2014/main" id="{EF098B7F-7320-E28C-D4A0-9C0D6072BDA7}"/>
              </a:ext>
            </a:extLst>
          </p:cNvPr>
          <p:cNvSpPr/>
          <p:nvPr userDrawn="1"/>
        </p:nvSpPr>
        <p:spPr>
          <a:xfrm>
            <a:off x="9233158" y="2328404"/>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5" name="Text Placeholder 24">
            <a:extLst>
              <a:ext uri="{FF2B5EF4-FFF2-40B4-BE49-F238E27FC236}">
                <a16:creationId xmlns:a16="http://schemas.microsoft.com/office/drawing/2014/main" id="{2349526F-21BB-B06B-612E-8AAA322B41DD}"/>
              </a:ext>
            </a:extLst>
          </p:cNvPr>
          <p:cNvSpPr>
            <a:spLocks noGrp="1"/>
          </p:cNvSpPr>
          <p:nvPr>
            <p:ph type="body" sz="quarter" idx="14"/>
          </p:nvPr>
        </p:nvSpPr>
        <p:spPr>
          <a:xfrm>
            <a:off x="565816"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23" name="Picture Placeholder 22">
            <a:extLst>
              <a:ext uri="{FF2B5EF4-FFF2-40B4-BE49-F238E27FC236}">
                <a16:creationId xmlns:a16="http://schemas.microsoft.com/office/drawing/2014/main" id="{99DE91A1-A01A-B800-F6EB-C013020202CF}"/>
              </a:ext>
            </a:extLst>
          </p:cNvPr>
          <p:cNvSpPr>
            <a:spLocks noGrp="1"/>
          </p:cNvSpPr>
          <p:nvPr>
            <p:ph type="pic" sz="quarter" idx="13"/>
          </p:nvPr>
        </p:nvSpPr>
        <p:spPr>
          <a:xfrm>
            <a:off x="579532" y="2193042"/>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28" name="Text Placeholder 26">
            <a:extLst>
              <a:ext uri="{FF2B5EF4-FFF2-40B4-BE49-F238E27FC236}">
                <a16:creationId xmlns:a16="http://schemas.microsoft.com/office/drawing/2014/main" id="{733EF8C8-3849-9C80-1F6E-7038D1134789}"/>
              </a:ext>
            </a:extLst>
          </p:cNvPr>
          <p:cNvSpPr>
            <a:spLocks noGrp="1"/>
          </p:cNvSpPr>
          <p:nvPr>
            <p:ph type="body" sz="quarter" idx="15"/>
          </p:nvPr>
        </p:nvSpPr>
        <p:spPr>
          <a:xfrm>
            <a:off x="580220"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sp>
        <p:nvSpPr>
          <p:cNvPr id="29" name="Text Placeholder 24">
            <a:extLst>
              <a:ext uri="{FF2B5EF4-FFF2-40B4-BE49-F238E27FC236}">
                <a16:creationId xmlns:a16="http://schemas.microsoft.com/office/drawing/2014/main" id="{32F8A8CA-E278-E129-A09C-8C4B7CCA2DE2}"/>
              </a:ext>
            </a:extLst>
          </p:cNvPr>
          <p:cNvSpPr>
            <a:spLocks noGrp="1"/>
          </p:cNvSpPr>
          <p:nvPr>
            <p:ph type="body" sz="quarter" idx="16"/>
          </p:nvPr>
        </p:nvSpPr>
        <p:spPr>
          <a:xfrm>
            <a:off x="3419856"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0" name="Picture Placeholder 22">
            <a:extLst>
              <a:ext uri="{FF2B5EF4-FFF2-40B4-BE49-F238E27FC236}">
                <a16:creationId xmlns:a16="http://schemas.microsoft.com/office/drawing/2014/main" id="{3CFBF841-C094-5FA8-63F2-F5DA37C0359A}"/>
              </a:ext>
            </a:extLst>
          </p:cNvPr>
          <p:cNvSpPr>
            <a:spLocks noGrp="1"/>
          </p:cNvSpPr>
          <p:nvPr>
            <p:ph type="pic" sz="quarter" idx="17"/>
          </p:nvPr>
        </p:nvSpPr>
        <p:spPr>
          <a:xfrm>
            <a:off x="3433572" y="2193042"/>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31" name="Text Placeholder 26">
            <a:extLst>
              <a:ext uri="{FF2B5EF4-FFF2-40B4-BE49-F238E27FC236}">
                <a16:creationId xmlns:a16="http://schemas.microsoft.com/office/drawing/2014/main" id="{C76BA571-FE5C-F5F7-9056-20BD57DA6789}"/>
              </a:ext>
            </a:extLst>
          </p:cNvPr>
          <p:cNvSpPr>
            <a:spLocks noGrp="1"/>
          </p:cNvSpPr>
          <p:nvPr>
            <p:ph type="body" sz="quarter" idx="18"/>
          </p:nvPr>
        </p:nvSpPr>
        <p:spPr>
          <a:xfrm>
            <a:off x="3419856"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sp>
        <p:nvSpPr>
          <p:cNvPr id="32" name="Text Placeholder 24">
            <a:extLst>
              <a:ext uri="{FF2B5EF4-FFF2-40B4-BE49-F238E27FC236}">
                <a16:creationId xmlns:a16="http://schemas.microsoft.com/office/drawing/2014/main" id="{D7F9FC21-D881-DB86-4C69-C07821DCF3A7}"/>
              </a:ext>
            </a:extLst>
          </p:cNvPr>
          <p:cNvSpPr>
            <a:spLocks noGrp="1"/>
          </p:cNvSpPr>
          <p:nvPr>
            <p:ph type="body" sz="quarter" idx="19"/>
          </p:nvPr>
        </p:nvSpPr>
        <p:spPr>
          <a:xfrm>
            <a:off x="6263640"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3" name="Picture Placeholder 22">
            <a:extLst>
              <a:ext uri="{FF2B5EF4-FFF2-40B4-BE49-F238E27FC236}">
                <a16:creationId xmlns:a16="http://schemas.microsoft.com/office/drawing/2014/main" id="{FE2E99DA-5661-F860-9E54-9C42590265FD}"/>
              </a:ext>
            </a:extLst>
          </p:cNvPr>
          <p:cNvSpPr>
            <a:spLocks noGrp="1"/>
          </p:cNvSpPr>
          <p:nvPr>
            <p:ph type="pic" sz="quarter" idx="20"/>
          </p:nvPr>
        </p:nvSpPr>
        <p:spPr>
          <a:xfrm>
            <a:off x="6277356" y="2193042"/>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34" name="Text Placeholder 26">
            <a:extLst>
              <a:ext uri="{FF2B5EF4-FFF2-40B4-BE49-F238E27FC236}">
                <a16:creationId xmlns:a16="http://schemas.microsoft.com/office/drawing/2014/main" id="{99F1332D-1A76-8252-3A4A-73B5BE80BDA8}"/>
              </a:ext>
            </a:extLst>
          </p:cNvPr>
          <p:cNvSpPr>
            <a:spLocks noGrp="1"/>
          </p:cNvSpPr>
          <p:nvPr>
            <p:ph type="body" sz="quarter" idx="21"/>
          </p:nvPr>
        </p:nvSpPr>
        <p:spPr>
          <a:xfrm>
            <a:off x="6263640"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sp>
        <p:nvSpPr>
          <p:cNvPr id="35" name="Text Placeholder 24">
            <a:extLst>
              <a:ext uri="{FF2B5EF4-FFF2-40B4-BE49-F238E27FC236}">
                <a16:creationId xmlns:a16="http://schemas.microsoft.com/office/drawing/2014/main" id="{47253530-631C-01D6-E4D5-53EA91819AC5}"/>
              </a:ext>
            </a:extLst>
          </p:cNvPr>
          <p:cNvSpPr>
            <a:spLocks noGrp="1"/>
          </p:cNvSpPr>
          <p:nvPr>
            <p:ph type="body" sz="quarter" idx="22"/>
          </p:nvPr>
        </p:nvSpPr>
        <p:spPr>
          <a:xfrm>
            <a:off x="9107424" y="2169547"/>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6" name="Picture Placeholder 22">
            <a:extLst>
              <a:ext uri="{FF2B5EF4-FFF2-40B4-BE49-F238E27FC236}">
                <a16:creationId xmlns:a16="http://schemas.microsoft.com/office/drawing/2014/main" id="{2087F48D-BCD6-2370-DFEB-3DC855770580}"/>
              </a:ext>
            </a:extLst>
          </p:cNvPr>
          <p:cNvSpPr>
            <a:spLocks noGrp="1"/>
          </p:cNvSpPr>
          <p:nvPr>
            <p:ph type="pic" sz="quarter" idx="23"/>
          </p:nvPr>
        </p:nvSpPr>
        <p:spPr>
          <a:xfrm>
            <a:off x="9121140" y="2169547"/>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37" name="Text Placeholder 26">
            <a:extLst>
              <a:ext uri="{FF2B5EF4-FFF2-40B4-BE49-F238E27FC236}">
                <a16:creationId xmlns:a16="http://schemas.microsoft.com/office/drawing/2014/main" id="{2730E53E-4C0B-1C22-8754-2D69B55DF375}"/>
              </a:ext>
            </a:extLst>
          </p:cNvPr>
          <p:cNvSpPr>
            <a:spLocks noGrp="1"/>
          </p:cNvSpPr>
          <p:nvPr>
            <p:ph type="body" sz="quarter" idx="24"/>
          </p:nvPr>
        </p:nvSpPr>
        <p:spPr>
          <a:xfrm>
            <a:off x="9107424"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cxnSp>
        <p:nvCxnSpPr>
          <p:cNvPr id="47" name="Straight Connector 46">
            <a:extLst>
              <a:ext uri="{FF2B5EF4-FFF2-40B4-BE49-F238E27FC236}">
                <a16:creationId xmlns:a16="http://schemas.microsoft.com/office/drawing/2014/main" id="{78252B54-8A68-DB21-54FB-342276BCEE38}"/>
              </a:ext>
            </a:extLst>
          </p:cNvPr>
          <p:cNvCxnSpPr>
            <a:cxnSpLocks/>
          </p:cNvCxnSpPr>
          <p:nvPr userDrawn="1"/>
        </p:nvCxnSpPr>
        <p:spPr>
          <a:xfrm>
            <a:off x="0" y="6535885"/>
            <a:ext cx="8382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C384EF8F-B039-D242-A81B-F393B674C274}"/>
              </a:ext>
            </a:extLst>
          </p:cNvPr>
          <p:cNvCxnSpPr>
            <a:cxnSpLocks/>
          </p:cNvCxnSpPr>
          <p:nvPr userDrawn="1"/>
        </p:nvCxnSpPr>
        <p:spPr>
          <a:xfrm>
            <a:off x="1205025" y="6535885"/>
            <a:ext cx="416052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A9D6E63-D581-350F-03A0-665A80481391}"/>
              </a:ext>
            </a:extLst>
          </p:cNvPr>
          <p:cNvCxnSpPr>
            <a:cxnSpLocks/>
          </p:cNvCxnSpPr>
          <p:nvPr userDrawn="1"/>
        </p:nvCxnSpPr>
        <p:spPr>
          <a:xfrm>
            <a:off x="6802120" y="6528812"/>
            <a:ext cx="384048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EA05D09F-A5CA-2745-537C-05333575CD8F}"/>
              </a:ext>
            </a:extLst>
          </p:cNvPr>
          <p:cNvCxnSpPr>
            <a:cxnSpLocks/>
          </p:cNvCxnSpPr>
          <p:nvPr userDrawn="1"/>
        </p:nvCxnSpPr>
        <p:spPr>
          <a:xfrm>
            <a:off x="11276341" y="6528816"/>
            <a:ext cx="9144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C2F2B86B-C1F2-7E0E-C065-E2B156A7F8E4}"/>
              </a:ext>
            </a:extLst>
          </p:cNvPr>
          <p:cNvSpPr>
            <a:spLocks noGrp="1"/>
          </p:cNvSpPr>
          <p:nvPr>
            <p:ph type="sldNum" sz="quarter" idx="12"/>
          </p:nvPr>
        </p:nvSpPr>
        <p:spPr/>
        <p:txBody>
          <a:bodyPr/>
          <a:lstStyle>
            <a:lvl1pPr>
              <a:defRPr>
                <a:solidFill>
                  <a:schemeClr val="bg1"/>
                </a:solidFill>
              </a:defRPr>
            </a:lvl1pPr>
          </a:lstStyle>
          <a:p>
            <a:fld id="{8D0AFDD5-844D-364D-8AEC-50CF4D36D55D}" type="slidenum">
              <a:rPr lang="en-US" noProof="0" smtClean="0"/>
              <a:pPr/>
              <a:t>‹#›</a:t>
            </a:fld>
            <a:endParaRPr lang="en-US" noProof="0"/>
          </a:p>
        </p:txBody>
      </p:sp>
      <p:sp>
        <p:nvSpPr>
          <p:cNvPr id="4" name="Footer Placeholder 3">
            <a:extLst>
              <a:ext uri="{FF2B5EF4-FFF2-40B4-BE49-F238E27FC236}">
                <a16:creationId xmlns:a16="http://schemas.microsoft.com/office/drawing/2014/main" id="{415DA4D1-2752-E7A4-2EB8-33E55361D7BE}"/>
              </a:ext>
            </a:extLst>
          </p:cNvPr>
          <p:cNvSpPr>
            <a:spLocks noGrp="1"/>
          </p:cNvSpPr>
          <p:nvPr>
            <p:ph type="ftr" sz="quarter" idx="11"/>
          </p:nvPr>
        </p:nvSpPr>
        <p:spPr/>
        <p:txBody>
          <a:bodyPr/>
          <a:lstStyle>
            <a:lvl1pPr>
              <a:defRPr>
                <a:solidFill>
                  <a:schemeClr val="bg1"/>
                </a:solidFill>
              </a:defRPr>
            </a:lvl1pPr>
          </a:lstStyle>
          <a:p>
            <a:r>
              <a:rPr lang="en-US" noProof="0"/>
              <a:t>Presentation title</a:t>
            </a:r>
          </a:p>
        </p:txBody>
      </p:sp>
      <p:sp>
        <p:nvSpPr>
          <p:cNvPr id="3" name="Date Placeholder 2">
            <a:extLst>
              <a:ext uri="{FF2B5EF4-FFF2-40B4-BE49-F238E27FC236}">
                <a16:creationId xmlns:a16="http://schemas.microsoft.com/office/drawing/2014/main" id="{0BC200B8-5151-AE1E-3DA7-04B965986211}"/>
              </a:ext>
            </a:extLst>
          </p:cNvPr>
          <p:cNvSpPr>
            <a:spLocks noGrp="1"/>
          </p:cNvSpPr>
          <p:nvPr>
            <p:ph type="dt" sz="half" idx="10"/>
          </p:nvPr>
        </p:nvSpPr>
        <p:spPr/>
        <p:txBody>
          <a:bodyPr/>
          <a:lstStyle>
            <a:lvl1pPr>
              <a:defRPr>
                <a:solidFill>
                  <a:schemeClr val="bg1"/>
                </a:solidFill>
              </a:defRPr>
            </a:lvl1pPr>
          </a:lstStyle>
          <a:p>
            <a:r>
              <a:rPr lang="en-US" noProof="0"/>
              <a:t>20XX</a:t>
            </a:r>
          </a:p>
        </p:txBody>
      </p:sp>
    </p:spTree>
    <p:extLst>
      <p:ext uri="{BB962C8B-B14F-4D97-AF65-F5344CB8AC3E}">
        <p14:creationId xmlns:p14="http://schemas.microsoft.com/office/powerpoint/2010/main" val="3939377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eam x8">
    <p:bg>
      <p:bgPr>
        <a:solidFill>
          <a:schemeClr val="accent2"/>
        </a:solidFill>
        <a:effectLst/>
      </p:bgPr>
    </p:bg>
    <p:spTree>
      <p:nvGrpSpPr>
        <p:cNvPr id="1" name=""/>
        <p:cNvGrpSpPr/>
        <p:nvPr/>
      </p:nvGrpSpPr>
      <p:grpSpPr>
        <a:xfrm>
          <a:off x="0" y="0"/>
          <a:ext cx="0" cy="0"/>
          <a:chOff x="0" y="0"/>
          <a:chExt cx="0" cy="0"/>
        </a:xfrm>
      </p:grpSpPr>
      <p:sp>
        <p:nvSpPr>
          <p:cNvPr id="8" name="Google Shape;1149;p53">
            <a:extLst>
              <a:ext uri="{FF2B5EF4-FFF2-40B4-BE49-F238E27FC236}">
                <a16:creationId xmlns:a16="http://schemas.microsoft.com/office/drawing/2014/main" id="{559D8666-7371-3C57-AFFE-49810709BDDB}"/>
              </a:ext>
            </a:extLst>
          </p:cNvPr>
          <p:cNvSpPr/>
          <p:nvPr userDrawn="1"/>
        </p:nvSpPr>
        <p:spPr>
          <a:xfrm>
            <a:off x="663551" y="1967633"/>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Google Shape;1149;p53">
            <a:extLst>
              <a:ext uri="{FF2B5EF4-FFF2-40B4-BE49-F238E27FC236}">
                <a16:creationId xmlns:a16="http://schemas.microsoft.com/office/drawing/2014/main" id="{434B564B-DE03-74A6-773C-0FD4632658D1}"/>
              </a:ext>
            </a:extLst>
          </p:cNvPr>
          <p:cNvSpPr/>
          <p:nvPr userDrawn="1"/>
        </p:nvSpPr>
        <p:spPr>
          <a:xfrm>
            <a:off x="663550" y="4337851"/>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5" name="Google Shape;1149;p53">
            <a:extLst>
              <a:ext uri="{FF2B5EF4-FFF2-40B4-BE49-F238E27FC236}">
                <a16:creationId xmlns:a16="http://schemas.microsoft.com/office/drawing/2014/main" id="{A98F51D8-7768-BB9C-DEFD-FE6F101B538B}"/>
              </a:ext>
            </a:extLst>
          </p:cNvPr>
          <p:cNvSpPr/>
          <p:nvPr userDrawn="1"/>
        </p:nvSpPr>
        <p:spPr>
          <a:xfrm>
            <a:off x="3509629" y="1967633"/>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7" name="Google Shape;1149;p53">
            <a:extLst>
              <a:ext uri="{FF2B5EF4-FFF2-40B4-BE49-F238E27FC236}">
                <a16:creationId xmlns:a16="http://schemas.microsoft.com/office/drawing/2014/main" id="{824DDB7E-F583-BE45-8440-04134133EF5E}"/>
              </a:ext>
            </a:extLst>
          </p:cNvPr>
          <p:cNvSpPr/>
          <p:nvPr userDrawn="1"/>
        </p:nvSpPr>
        <p:spPr>
          <a:xfrm>
            <a:off x="3509628" y="4337851"/>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9" name="Google Shape;1149;p53">
            <a:extLst>
              <a:ext uri="{FF2B5EF4-FFF2-40B4-BE49-F238E27FC236}">
                <a16:creationId xmlns:a16="http://schemas.microsoft.com/office/drawing/2014/main" id="{3AB34327-1213-C6F7-069A-661286889411}"/>
              </a:ext>
            </a:extLst>
          </p:cNvPr>
          <p:cNvSpPr/>
          <p:nvPr userDrawn="1"/>
        </p:nvSpPr>
        <p:spPr>
          <a:xfrm>
            <a:off x="6355709" y="1965287"/>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Google Shape;1149;p53">
            <a:extLst>
              <a:ext uri="{FF2B5EF4-FFF2-40B4-BE49-F238E27FC236}">
                <a16:creationId xmlns:a16="http://schemas.microsoft.com/office/drawing/2014/main" id="{B6BF1339-971D-E8EC-9A92-C646A04A9796}"/>
              </a:ext>
            </a:extLst>
          </p:cNvPr>
          <p:cNvSpPr/>
          <p:nvPr userDrawn="1"/>
        </p:nvSpPr>
        <p:spPr>
          <a:xfrm>
            <a:off x="6355708" y="4335505"/>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4" name="Google Shape;1149;p53">
            <a:extLst>
              <a:ext uri="{FF2B5EF4-FFF2-40B4-BE49-F238E27FC236}">
                <a16:creationId xmlns:a16="http://schemas.microsoft.com/office/drawing/2014/main" id="{2C16FE32-0722-CA1D-92A1-77B7780BDE81}"/>
              </a:ext>
            </a:extLst>
          </p:cNvPr>
          <p:cNvSpPr/>
          <p:nvPr userDrawn="1"/>
        </p:nvSpPr>
        <p:spPr>
          <a:xfrm>
            <a:off x="9201787" y="1965287"/>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7" name="Google Shape;1149;p53">
            <a:extLst>
              <a:ext uri="{FF2B5EF4-FFF2-40B4-BE49-F238E27FC236}">
                <a16:creationId xmlns:a16="http://schemas.microsoft.com/office/drawing/2014/main" id="{A3D368EA-D182-9937-D248-E4051379E257}"/>
              </a:ext>
            </a:extLst>
          </p:cNvPr>
          <p:cNvSpPr/>
          <p:nvPr userDrawn="1"/>
        </p:nvSpPr>
        <p:spPr>
          <a:xfrm>
            <a:off x="9201786" y="4335505"/>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D7FDA4E-49F9-223C-DA55-A79802EE1883}"/>
              </a:ext>
            </a:extLst>
          </p:cNvPr>
          <p:cNvSpPr>
            <a:spLocks noGrp="1"/>
          </p:cNvSpPr>
          <p:nvPr>
            <p:ph type="title"/>
          </p:nvPr>
        </p:nvSpPr>
        <p:spPr/>
        <p:txBody>
          <a:bodyPr/>
          <a:lstStyle>
            <a:lvl1pPr>
              <a:defRPr>
                <a:solidFill>
                  <a:schemeClr val="tx1"/>
                </a:solidFill>
              </a:defRPr>
            </a:lvl1pPr>
          </a:lstStyle>
          <a:p>
            <a:r>
              <a:rPr lang="en-US" noProof="0"/>
              <a:t>Click to edit Master title style</a:t>
            </a:r>
          </a:p>
        </p:txBody>
      </p:sp>
      <p:sp>
        <p:nvSpPr>
          <p:cNvPr id="25" name="Text Placeholder 24">
            <a:extLst>
              <a:ext uri="{FF2B5EF4-FFF2-40B4-BE49-F238E27FC236}">
                <a16:creationId xmlns:a16="http://schemas.microsoft.com/office/drawing/2014/main" id="{2349526F-21BB-B06B-612E-8AAA322B41DD}"/>
              </a:ext>
            </a:extLst>
          </p:cNvPr>
          <p:cNvSpPr>
            <a:spLocks noGrp="1"/>
          </p:cNvSpPr>
          <p:nvPr>
            <p:ph type="body" sz="quarter" idx="14"/>
          </p:nvPr>
        </p:nvSpPr>
        <p:spPr>
          <a:xfrm>
            <a:off x="565816"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23" name="Picture Placeholder 22">
            <a:extLst>
              <a:ext uri="{FF2B5EF4-FFF2-40B4-BE49-F238E27FC236}">
                <a16:creationId xmlns:a16="http://schemas.microsoft.com/office/drawing/2014/main" id="{99DE91A1-A01A-B800-F6EB-C013020202CF}"/>
              </a:ext>
            </a:extLst>
          </p:cNvPr>
          <p:cNvSpPr>
            <a:spLocks noGrp="1"/>
          </p:cNvSpPr>
          <p:nvPr>
            <p:ph type="pic" sz="quarter" idx="13"/>
          </p:nvPr>
        </p:nvSpPr>
        <p:spPr>
          <a:xfrm>
            <a:off x="579532"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28" name="Text Placeholder 26">
            <a:extLst>
              <a:ext uri="{FF2B5EF4-FFF2-40B4-BE49-F238E27FC236}">
                <a16:creationId xmlns:a16="http://schemas.microsoft.com/office/drawing/2014/main" id="{733EF8C8-3849-9C80-1F6E-7038D1134789}"/>
              </a:ext>
            </a:extLst>
          </p:cNvPr>
          <p:cNvSpPr>
            <a:spLocks noGrp="1"/>
          </p:cNvSpPr>
          <p:nvPr>
            <p:ph type="body" sz="quarter" idx="15"/>
          </p:nvPr>
        </p:nvSpPr>
        <p:spPr>
          <a:xfrm>
            <a:off x="580220" y="3584901"/>
            <a:ext cx="2514600" cy="274320"/>
          </a:xfrm>
        </p:spPr>
        <p:txBody>
          <a:bodyPr/>
          <a:lstStyle>
            <a:lvl1pPr marL="0" indent="0" algn="ctr">
              <a:buNone/>
              <a:defRPr sz="1200"/>
            </a:lvl1pPr>
          </a:lstStyle>
          <a:p>
            <a:pPr lvl="0"/>
            <a:r>
              <a:rPr lang="en-US" noProof="0"/>
              <a:t>Click to edit Master text styles</a:t>
            </a:r>
          </a:p>
        </p:txBody>
      </p:sp>
      <p:sp>
        <p:nvSpPr>
          <p:cNvPr id="46" name="Text Placeholder 24">
            <a:extLst>
              <a:ext uri="{FF2B5EF4-FFF2-40B4-BE49-F238E27FC236}">
                <a16:creationId xmlns:a16="http://schemas.microsoft.com/office/drawing/2014/main" id="{F27A4420-EB9D-589B-DE9E-4CFCC6B25A6E}"/>
              </a:ext>
            </a:extLst>
          </p:cNvPr>
          <p:cNvSpPr>
            <a:spLocks noGrp="1"/>
          </p:cNvSpPr>
          <p:nvPr>
            <p:ph type="body" sz="quarter" idx="25"/>
          </p:nvPr>
        </p:nvSpPr>
        <p:spPr>
          <a:xfrm>
            <a:off x="565816"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7" name="Picture Placeholder 22">
            <a:extLst>
              <a:ext uri="{FF2B5EF4-FFF2-40B4-BE49-F238E27FC236}">
                <a16:creationId xmlns:a16="http://schemas.microsoft.com/office/drawing/2014/main" id="{D76F8DA4-2C9A-48DE-DB4A-045A11601F4C}"/>
              </a:ext>
            </a:extLst>
          </p:cNvPr>
          <p:cNvSpPr>
            <a:spLocks noGrp="1"/>
          </p:cNvSpPr>
          <p:nvPr>
            <p:ph type="pic" sz="quarter" idx="36"/>
          </p:nvPr>
        </p:nvSpPr>
        <p:spPr>
          <a:xfrm>
            <a:off x="579532"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47" name="Text Placeholder 26">
            <a:extLst>
              <a:ext uri="{FF2B5EF4-FFF2-40B4-BE49-F238E27FC236}">
                <a16:creationId xmlns:a16="http://schemas.microsoft.com/office/drawing/2014/main" id="{010C7458-97A7-97A1-88E7-1D3194A7EA4C}"/>
              </a:ext>
            </a:extLst>
          </p:cNvPr>
          <p:cNvSpPr>
            <a:spLocks noGrp="1"/>
          </p:cNvSpPr>
          <p:nvPr>
            <p:ph type="body" sz="quarter" idx="26"/>
          </p:nvPr>
        </p:nvSpPr>
        <p:spPr>
          <a:xfrm>
            <a:off x="580220" y="5947269"/>
            <a:ext cx="2514600" cy="274320"/>
          </a:xfrm>
        </p:spPr>
        <p:txBody>
          <a:bodyPr/>
          <a:lstStyle>
            <a:lvl1pPr marL="0" indent="0" algn="ctr">
              <a:buNone/>
              <a:defRPr sz="1200"/>
            </a:lvl1pPr>
          </a:lstStyle>
          <a:p>
            <a:pPr lvl="0"/>
            <a:r>
              <a:rPr lang="en-US" noProof="0"/>
              <a:t>Click to edit Master text styles</a:t>
            </a:r>
          </a:p>
        </p:txBody>
      </p:sp>
      <p:sp>
        <p:nvSpPr>
          <p:cNvPr id="29" name="Text Placeholder 24">
            <a:extLst>
              <a:ext uri="{FF2B5EF4-FFF2-40B4-BE49-F238E27FC236}">
                <a16:creationId xmlns:a16="http://schemas.microsoft.com/office/drawing/2014/main" id="{32F8A8CA-E278-E129-A09C-8C4B7CCA2DE2}"/>
              </a:ext>
            </a:extLst>
          </p:cNvPr>
          <p:cNvSpPr>
            <a:spLocks noGrp="1"/>
          </p:cNvSpPr>
          <p:nvPr>
            <p:ph type="body" sz="quarter" idx="16"/>
          </p:nvPr>
        </p:nvSpPr>
        <p:spPr>
          <a:xfrm>
            <a:off x="3419856"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0" name="Picture Placeholder 22">
            <a:extLst>
              <a:ext uri="{FF2B5EF4-FFF2-40B4-BE49-F238E27FC236}">
                <a16:creationId xmlns:a16="http://schemas.microsoft.com/office/drawing/2014/main" id="{3CFBF841-C094-5FA8-63F2-F5DA37C0359A}"/>
              </a:ext>
            </a:extLst>
          </p:cNvPr>
          <p:cNvSpPr>
            <a:spLocks noGrp="1"/>
          </p:cNvSpPr>
          <p:nvPr>
            <p:ph type="pic" sz="quarter" idx="17"/>
          </p:nvPr>
        </p:nvSpPr>
        <p:spPr>
          <a:xfrm>
            <a:off x="3433572"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31" name="Text Placeholder 26">
            <a:extLst>
              <a:ext uri="{FF2B5EF4-FFF2-40B4-BE49-F238E27FC236}">
                <a16:creationId xmlns:a16="http://schemas.microsoft.com/office/drawing/2014/main" id="{C76BA571-FE5C-F5F7-9056-20BD57DA6789}"/>
              </a:ext>
            </a:extLst>
          </p:cNvPr>
          <p:cNvSpPr>
            <a:spLocks noGrp="1"/>
          </p:cNvSpPr>
          <p:nvPr>
            <p:ph type="body" sz="quarter" idx="18"/>
          </p:nvPr>
        </p:nvSpPr>
        <p:spPr>
          <a:xfrm>
            <a:off x="3419856" y="3584901"/>
            <a:ext cx="2514600" cy="274320"/>
          </a:xfrm>
        </p:spPr>
        <p:txBody>
          <a:bodyPr/>
          <a:lstStyle>
            <a:lvl1pPr marL="0" indent="0" algn="ctr">
              <a:buNone/>
              <a:defRPr sz="1200"/>
            </a:lvl1pPr>
          </a:lstStyle>
          <a:p>
            <a:pPr lvl="0"/>
            <a:r>
              <a:rPr lang="en-US" noProof="0"/>
              <a:t>Click to edit Master text styles</a:t>
            </a:r>
          </a:p>
        </p:txBody>
      </p:sp>
      <p:sp>
        <p:nvSpPr>
          <p:cNvPr id="48" name="Text Placeholder 24">
            <a:extLst>
              <a:ext uri="{FF2B5EF4-FFF2-40B4-BE49-F238E27FC236}">
                <a16:creationId xmlns:a16="http://schemas.microsoft.com/office/drawing/2014/main" id="{27F73601-DBA6-A721-D6BF-321A387810A8}"/>
              </a:ext>
            </a:extLst>
          </p:cNvPr>
          <p:cNvSpPr>
            <a:spLocks noGrp="1"/>
          </p:cNvSpPr>
          <p:nvPr>
            <p:ph type="body" sz="quarter" idx="27"/>
          </p:nvPr>
        </p:nvSpPr>
        <p:spPr>
          <a:xfrm>
            <a:off x="3419856"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49" name="Picture Placeholder 22">
            <a:extLst>
              <a:ext uri="{FF2B5EF4-FFF2-40B4-BE49-F238E27FC236}">
                <a16:creationId xmlns:a16="http://schemas.microsoft.com/office/drawing/2014/main" id="{060504F7-2F69-FC38-B09C-5DCA35CD85A9}"/>
              </a:ext>
            </a:extLst>
          </p:cNvPr>
          <p:cNvSpPr>
            <a:spLocks noGrp="1"/>
          </p:cNvSpPr>
          <p:nvPr>
            <p:ph type="pic" sz="quarter" idx="28"/>
          </p:nvPr>
        </p:nvSpPr>
        <p:spPr>
          <a:xfrm>
            <a:off x="3433572"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50" name="Text Placeholder 26">
            <a:extLst>
              <a:ext uri="{FF2B5EF4-FFF2-40B4-BE49-F238E27FC236}">
                <a16:creationId xmlns:a16="http://schemas.microsoft.com/office/drawing/2014/main" id="{3843A45B-37B6-D773-B219-9EBAD5F19532}"/>
              </a:ext>
            </a:extLst>
          </p:cNvPr>
          <p:cNvSpPr>
            <a:spLocks noGrp="1"/>
          </p:cNvSpPr>
          <p:nvPr>
            <p:ph type="body" sz="quarter" idx="29"/>
          </p:nvPr>
        </p:nvSpPr>
        <p:spPr>
          <a:xfrm>
            <a:off x="3419856" y="5947269"/>
            <a:ext cx="2514600" cy="274320"/>
          </a:xfrm>
        </p:spPr>
        <p:txBody>
          <a:bodyPr/>
          <a:lstStyle>
            <a:lvl1pPr marL="0" indent="0" algn="ctr">
              <a:buNone/>
              <a:defRPr sz="1200"/>
            </a:lvl1pPr>
          </a:lstStyle>
          <a:p>
            <a:pPr lvl="0"/>
            <a:r>
              <a:rPr lang="en-US" noProof="0"/>
              <a:t>Click to edit Master text styles</a:t>
            </a:r>
          </a:p>
        </p:txBody>
      </p:sp>
      <p:sp>
        <p:nvSpPr>
          <p:cNvPr id="32" name="Text Placeholder 24">
            <a:extLst>
              <a:ext uri="{FF2B5EF4-FFF2-40B4-BE49-F238E27FC236}">
                <a16:creationId xmlns:a16="http://schemas.microsoft.com/office/drawing/2014/main" id="{D7F9FC21-D881-DB86-4C69-C07821DCF3A7}"/>
              </a:ext>
            </a:extLst>
          </p:cNvPr>
          <p:cNvSpPr>
            <a:spLocks noGrp="1"/>
          </p:cNvSpPr>
          <p:nvPr>
            <p:ph type="body" sz="quarter" idx="19"/>
          </p:nvPr>
        </p:nvSpPr>
        <p:spPr>
          <a:xfrm>
            <a:off x="6263640"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3" name="Picture Placeholder 22">
            <a:extLst>
              <a:ext uri="{FF2B5EF4-FFF2-40B4-BE49-F238E27FC236}">
                <a16:creationId xmlns:a16="http://schemas.microsoft.com/office/drawing/2014/main" id="{FE2E99DA-5661-F860-9E54-9C42590265FD}"/>
              </a:ext>
            </a:extLst>
          </p:cNvPr>
          <p:cNvSpPr>
            <a:spLocks noGrp="1"/>
          </p:cNvSpPr>
          <p:nvPr>
            <p:ph type="pic" sz="quarter" idx="20"/>
          </p:nvPr>
        </p:nvSpPr>
        <p:spPr>
          <a:xfrm>
            <a:off x="6277356"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34" name="Text Placeholder 26">
            <a:extLst>
              <a:ext uri="{FF2B5EF4-FFF2-40B4-BE49-F238E27FC236}">
                <a16:creationId xmlns:a16="http://schemas.microsoft.com/office/drawing/2014/main" id="{99F1332D-1A76-8252-3A4A-73B5BE80BDA8}"/>
              </a:ext>
            </a:extLst>
          </p:cNvPr>
          <p:cNvSpPr>
            <a:spLocks noGrp="1"/>
          </p:cNvSpPr>
          <p:nvPr>
            <p:ph type="body" sz="quarter" idx="21"/>
          </p:nvPr>
        </p:nvSpPr>
        <p:spPr>
          <a:xfrm>
            <a:off x="6263640" y="3584901"/>
            <a:ext cx="2514600" cy="274320"/>
          </a:xfrm>
        </p:spPr>
        <p:txBody>
          <a:bodyPr/>
          <a:lstStyle>
            <a:lvl1pPr marL="0" indent="0" algn="ctr">
              <a:buNone/>
              <a:defRPr sz="1200"/>
            </a:lvl1pPr>
          </a:lstStyle>
          <a:p>
            <a:pPr lvl="0"/>
            <a:r>
              <a:rPr lang="en-US" noProof="0"/>
              <a:t>Click to edit Master text styles</a:t>
            </a:r>
          </a:p>
        </p:txBody>
      </p:sp>
      <p:sp>
        <p:nvSpPr>
          <p:cNvPr id="51" name="Text Placeholder 24">
            <a:extLst>
              <a:ext uri="{FF2B5EF4-FFF2-40B4-BE49-F238E27FC236}">
                <a16:creationId xmlns:a16="http://schemas.microsoft.com/office/drawing/2014/main" id="{E5E9A104-54F0-5100-0B27-DBD2DF206786}"/>
              </a:ext>
            </a:extLst>
          </p:cNvPr>
          <p:cNvSpPr>
            <a:spLocks noGrp="1"/>
          </p:cNvSpPr>
          <p:nvPr>
            <p:ph type="body" sz="quarter" idx="30"/>
          </p:nvPr>
        </p:nvSpPr>
        <p:spPr>
          <a:xfrm>
            <a:off x="6263640"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2" name="Picture Placeholder 22">
            <a:extLst>
              <a:ext uri="{FF2B5EF4-FFF2-40B4-BE49-F238E27FC236}">
                <a16:creationId xmlns:a16="http://schemas.microsoft.com/office/drawing/2014/main" id="{23469072-7775-90E2-6C92-C6D03C1DACB0}"/>
              </a:ext>
            </a:extLst>
          </p:cNvPr>
          <p:cNvSpPr>
            <a:spLocks noGrp="1"/>
          </p:cNvSpPr>
          <p:nvPr>
            <p:ph type="pic" sz="quarter" idx="31"/>
          </p:nvPr>
        </p:nvSpPr>
        <p:spPr>
          <a:xfrm>
            <a:off x="6277356"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53" name="Text Placeholder 26">
            <a:extLst>
              <a:ext uri="{FF2B5EF4-FFF2-40B4-BE49-F238E27FC236}">
                <a16:creationId xmlns:a16="http://schemas.microsoft.com/office/drawing/2014/main" id="{BF06B9AA-555D-874C-1198-B3ED9EBC7140}"/>
              </a:ext>
            </a:extLst>
          </p:cNvPr>
          <p:cNvSpPr>
            <a:spLocks noGrp="1"/>
          </p:cNvSpPr>
          <p:nvPr>
            <p:ph type="body" sz="quarter" idx="32"/>
          </p:nvPr>
        </p:nvSpPr>
        <p:spPr>
          <a:xfrm>
            <a:off x="6263640" y="5947269"/>
            <a:ext cx="2514600" cy="274320"/>
          </a:xfrm>
        </p:spPr>
        <p:txBody>
          <a:bodyPr/>
          <a:lstStyle>
            <a:lvl1pPr marL="0" indent="0" algn="ctr">
              <a:buNone/>
              <a:defRPr sz="1200"/>
            </a:lvl1pPr>
          </a:lstStyle>
          <a:p>
            <a:pPr lvl="0"/>
            <a:r>
              <a:rPr lang="en-US" noProof="0"/>
              <a:t>Click to edit Master text styles</a:t>
            </a:r>
          </a:p>
        </p:txBody>
      </p:sp>
      <p:sp>
        <p:nvSpPr>
          <p:cNvPr id="35" name="Text Placeholder 24">
            <a:extLst>
              <a:ext uri="{FF2B5EF4-FFF2-40B4-BE49-F238E27FC236}">
                <a16:creationId xmlns:a16="http://schemas.microsoft.com/office/drawing/2014/main" id="{47253530-631C-01D6-E4D5-53EA91819AC5}"/>
              </a:ext>
            </a:extLst>
          </p:cNvPr>
          <p:cNvSpPr>
            <a:spLocks noGrp="1"/>
          </p:cNvSpPr>
          <p:nvPr>
            <p:ph type="body" sz="quarter" idx="22"/>
          </p:nvPr>
        </p:nvSpPr>
        <p:spPr>
          <a:xfrm>
            <a:off x="9107424"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6" name="Picture Placeholder 22">
            <a:extLst>
              <a:ext uri="{FF2B5EF4-FFF2-40B4-BE49-F238E27FC236}">
                <a16:creationId xmlns:a16="http://schemas.microsoft.com/office/drawing/2014/main" id="{2087F48D-BCD6-2370-DFEB-3DC855770580}"/>
              </a:ext>
            </a:extLst>
          </p:cNvPr>
          <p:cNvSpPr>
            <a:spLocks noGrp="1"/>
          </p:cNvSpPr>
          <p:nvPr>
            <p:ph type="pic" sz="quarter" idx="23"/>
          </p:nvPr>
        </p:nvSpPr>
        <p:spPr>
          <a:xfrm>
            <a:off x="9121140"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37" name="Text Placeholder 26">
            <a:extLst>
              <a:ext uri="{FF2B5EF4-FFF2-40B4-BE49-F238E27FC236}">
                <a16:creationId xmlns:a16="http://schemas.microsoft.com/office/drawing/2014/main" id="{2730E53E-4C0B-1C22-8754-2D69B55DF375}"/>
              </a:ext>
            </a:extLst>
          </p:cNvPr>
          <p:cNvSpPr>
            <a:spLocks noGrp="1"/>
          </p:cNvSpPr>
          <p:nvPr>
            <p:ph type="body" sz="quarter" idx="24"/>
          </p:nvPr>
        </p:nvSpPr>
        <p:spPr>
          <a:xfrm>
            <a:off x="9107424" y="3584901"/>
            <a:ext cx="2514600" cy="274320"/>
          </a:xfrm>
        </p:spPr>
        <p:txBody>
          <a:bodyPr/>
          <a:lstStyle>
            <a:lvl1pPr marL="0" indent="0" algn="ctr">
              <a:buNone/>
              <a:defRPr sz="1200"/>
            </a:lvl1pPr>
          </a:lstStyle>
          <a:p>
            <a:pPr lvl="0"/>
            <a:r>
              <a:rPr lang="en-US" noProof="0"/>
              <a:t>Click to edit Master text styles</a:t>
            </a:r>
          </a:p>
        </p:txBody>
      </p:sp>
      <p:sp>
        <p:nvSpPr>
          <p:cNvPr id="54" name="Text Placeholder 24">
            <a:extLst>
              <a:ext uri="{FF2B5EF4-FFF2-40B4-BE49-F238E27FC236}">
                <a16:creationId xmlns:a16="http://schemas.microsoft.com/office/drawing/2014/main" id="{9690986C-4F11-A46D-923C-CCC08AB6CB76}"/>
              </a:ext>
            </a:extLst>
          </p:cNvPr>
          <p:cNvSpPr>
            <a:spLocks noGrp="1"/>
          </p:cNvSpPr>
          <p:nvPr>
            <p:ph type="body" sz="quarter" idx="33"/>
          </p:nvPr>
        </p:nvSpPr>
        <p:spPr>
          <a:xfrm>
            <a:off x="9107424"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5" name="Picture Placeholder 22">
            <a:extLst>
              <a:ext uri="{FF2B5EF4-FFF2-40B4-BE49-F238E27FC236}">
                <a16:creationId xmlns:a16="http://schemas.microsoft.com/office/drawing/2014/main" id="{A4293B55-9185-9732-2F46-4B62C7F1F21E}"/>
              </a:ext>
            </a:extLst>
          </p:cNvPr>
          <p:cNvSpPr>
            <a:spLocks noGrp="1"/>
          </p:cNvSpPr>
          <p:nvPr>
            <p:ph type="pic" sz="quarter" idx="34"/>
          </p:nvPr>
        </p:nvSpPr>
        <p:spPr>
          <a:xfrm>
            <a:off x="9121140"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56" name="Text Placeholder 26">
            <a:extLst>
              <a:ext uri="{FF2B5EF4-FFF2-40B4-BE49-F238E27FC236}">
                <a16:creationId xmlns:a16="http://schemas.microsoft.com/office/drawing/2014/main" id="{B8529D99-B7B2-6411-E928-9FA204E3842A}"/>
              </a:ext>
            </a:extLst>
          </p:cNvPr>
          <p:cNvSpPr>
            <a:spLocks noGrp="1"/>
          </p:cNvSpPr>
          <p:nvPr>
            <p:ph type="body" sz="quarter" idx="35"/>
          </p:nvPr>
        </p:nvSpPr>
        <p:spPr>
          <a:xfrm>
            <a:off x="9107424" y="5947269"/>
            <a:ext cx="2514600" cy="274320"/>
          </a:xfrm>
        </p:spPr>
        <p:txBody>
          <a:bodyPr/>
          <a:lstStyle>
            <a:lvl1pPr marL="0" indent="0" algn="ctr">
              <a:buNone/>
              <a:defRPr sz="1200"/>
            </a:lvl1pPr>
          </a:lstStyle>
          <a:p>
            <a:pPr lvl="0"/>
            <a:r>
              <a:rPr lang="en-US" noProof="0"/>
              <a:t>Click to edit Master text styles</a:t>
            </a:r>
          </a:p>
        </p:txBody>
      </p:sp>
    </p:spTree>
    <p:extLst>
      <p:ext uri="{BB962C8B-B14F-4D97-AF65-F5344CB8AC3E}">
        <p14:creationId xmlns:p14="http://schemas.microsoft.com/office/powerpoint/2010/main" val="222061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List">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9EB71-EE42-930D-4E54-FA0F44BD2D36}"/>
              </a:ext>
            </a:extLst>
          </p:cNvPr>
          <p:cNvSpPr>
            <a:spLocks noGrp="1"/>
          </p:cNvSpPr>
          <p:nvPr>
            <p:ph type="title"/>
          </p:nvPr>
        </p:nvSpPr>
        <p:spPr>
          <a:xfrm>
            <a:off x="731520" y="1947672"/>
            <a:ext cx="3209544" cy="2862072"/>
          </a:xfrm>
        </p:spPr>
        <p:txBody>
          <a:bodyPr anchor="ctr"/>
          <a:lstStyle>
            <a:lvl1pPr algn="l">
              <a:defRPr/>
            </a:lvl1pPr>
          </a:lstStyle>
          <a:p>
            <a:r>
              <a:rPr lang="en-US" noProof="0"/>
              <a:t>Click to edit Master title style</a:t>
            </a:r>
          </a:p>
        </p:txBody>
      </p:sp>
      <p:sp>
        <p:nvSpPr>
          <p:cNvPr id="7" name="Google Shape;1247;p56">
            <a:extLst>
              <a:ext uri="{FF2B5EF4-FFF2-40B4-BE49-F238E27FC236}">
                <a16:creationId xmlns:a16="http://schemas.microsoft.com/office/drawing/2014/main" id="{1A52F175-2E39-E9BE-B4DF-67098DB248AA}"/>
              </a:ext>
            </a:extLst>
          </p:cNvPr>
          <p:cNvSpPr/>
          <p:nvPr userDrawn="1"/>
        </p:nvSpPr>
        <p:spPr>
          <a:xfrm>
            <a:off x="5607119" y="34704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accent2"/>
              </a:solidFill>
              <a:latin typeface="+mj-lt"/>
              <a:ea typeface="Karla"/>
              <a:cs typeface="Karla"/>
              <a:sym typeface="Karla"/>
            </a:endParaRPr>
          </a:p>
        </p:txBody>
      </p:sp>
      <p:sp>
        <p:nvSpPr>
          <p:cNvPr id="9" name="Google Shape;1264;p56">
            <a:extLst>
              <a:ext uri="{FF2B5EF4-FFF2-40B4-BE49-F238E27FC236}">
                <a16:creationId xmlns:a16="http://schemas.microsoft.com/office/drawing/2014/main" id="{CE3B3000-733D-1995-D39A-E659E5A429CC}"/>
              </a:ext>
            </a:extLst>
          </p:cNvPr>
          <p:cNvSpPr/>
          <p:nvPr userDrawn="1"/>
        </p:nvSpPr>
        <p:spPr>
          <a:xfrm>
            <a:off x="5607119" y="1623673"/>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1" name="Google Shape;1278;p56">
            <a:extLst>
              <a:ext uri="{FF2B5EF4-FFF2-40B4-BE49-F238E27FC236}">
                <a16:creationId xmlns:a16="http://schemas.microsoft.com/office/drawing/2014/main" id="{F1BC0AB2-17DA-D97E-3052-DA48D80F7428}"/>
              </a:ext>
            </a:extLst>
          </p:cNvPr>
          <p:cNvSpPr/>
          <p:nvPr userDrawn="1"/>
        </p:nvSpPr>
        <p:spPr>
          <a:xfrm>
            <a:off x="5607119" y="292595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3" name="Google Shape;1278;p56">
            <a:extLst>
              <a:ext uri="{FF2B5EF4-FFF2-40B4-BE49-F238E27FC236}">
                <a16:creationId xmlns:a16="http://schemas.microsoft.com/office/drawing/2014/main" id="{C860490F-E3DB-3E9F-0AC6-F04949DC59C3}"/>
              </a:ext>
            </a:extLst>
          </p:cNvPr>
          <p:cNvSpPr/>
          <p:nvPr userDrawn="1"/>
        </p:nvSpPr>
        <p:spPr>
          <a:xfrm>
            <a:off x="5607120" y="422303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5" name="Google Shape;1278;p56">
            <a:extLst>
              <a:ext uri="{FF2B5EF4-FFF2-40B4-BE49-F238E27FC236}">
                <a16:creationId xmlns:a16="http://schemas.microsoft.com/office/drawing/2014/main" id="{522E5778-EA03-EFC4-08AA-ECB1C07ED56E}"/>
              </a:ext>
            </a:extLst>
          </p:cNvPr>
          <p:cNvSpPr/>
          <p:nvPr userDrawn="1"/>
        </p:nvSpPr>
        <p:spPr>
          <a:xfrm>
            <a:off x="5607120" y="5519473"/>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7" name="Google Shape;1268;p56">
            <a:extLst>
              <a:ext uri="{FF2B5EF4-FFF2-40B4-BE49-F238E27FC236}">
                <a16:creationId xmlns:a16="http://schemas.microsoft.com/office/drawing/2014/main" id="{EEA0BE49-92E1-A1A3-40E0-DDAA5511F637}"/>
              </a:ext>
            </a:extLst>
          </p:cNvPr>
          <p:cNvSpPr/>
          <p:nvPr userDrawn="1"/>
        </p:nvSpPr>
        <p:spPr>
          <a:xfrm>
            <a:off x="4348745" y="1637743"/>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9" name="Google Shape;1282;p56">
            <a:extLst>
              <a:ext uri="{FF2B5EF4-FFF2-40B4-BE49-F238E27FC236}">
                <a16:creationId xmlns:a16="http://schemas.microsoft.com/office/drawing/2014/main" id="{DF15F1EC-1D2B-FF49-7785-26BC7083A07C}"/>
              </a:ext>
            </a:extLst>
          </p:cNvPr>
          <p:cNvSpPr/>
          <p:nvPr userDrawn="1"/>
        </p:nvSpPr>
        <p:spPr>
          <a:xfrm>
            <a:off x="4348745" y="2927249"/>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Google Shape;1282;p56">
            <a:extLst>
              <a:ext uri="{FF2B5EF4-FFF2-40B4-BE49-F238E27FC236}">
                <a16:creationId xmlns:a16="http://schemas.microsoft.com/office/drawing/2014/main" id="{BE3FDD69-3D60-CF6B-97A3-7B2C1AE3100A}"/>
              </a:ext>
            </a:extLst>
          </p:cNvPr>
          <p:cNvSpPr/>
          <p:nvPr userDrawn="1"/>
        </p:nvSpPr>
        <p:spPr>
          <a:xfrm>
            <a:off x="4348745" y="4277006"/>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3" name="Google Shape;1282;p56">
            <a:extLst>
              <a:ext uri="{FF2B5EF4-FFF2-40B4-BE49-F238E27FC236}">
                <a16:creationId xmlns:a16="http://schemas.microsoft.com/office/drawing/2014/main" id="{E3BB1E5B-DA10-B332-D4B8-D551C3053C53}"/>
              </a:ext>
            </a:extLst>
          </p:cNvPr>
          <p:cNvSpPr/>
          <p:nvPr userDrawn="1"/>
        </p:nvSpPr>
        <p:spPr>
          <a:xfrm>
            <a:off x="4348745" y="5568541"/>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5" name="Google Shape;1251;p56">
            <a:extLst>
              <a:ext uri="{FF2B5EF4-FFF2-40B4-BE49-F238E27FC236}">
                <a16:creationId xmlns:a16="http://schemas.microsoft.com/office/drawing/2014/main" id="{8D887B7F-9EBA-E7B8-64CE-5EAB1DF08E19}"/>
              </a:ext>
            </a:extLst>
          </p:cNvPr>
          <p:cNvSpPr/>
          <p:nvPr userDrawn="1"/>
        </p:nvSpPr>
        <p:spPr>
          <a:xfrm>
            <a:off x="4348745" y="361116"/>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7" name="Google Shape;1248;p56">
            <a:extLst>
              <a:ext uri="{FF2B5EF4-FFF2-40B4-BE49-F238E27FC236}">
                <a16:creationId xmlns:a16="http://schemas.microsoft.com/office/drawing/2014/main" id="{5AC86C31-7E67-B4EC-1AE0-291ED77F2214}"/>
              </a:ext>
            </a:extLst>
          </p:cNvPr>
          <p:cNvSpPr/>
          <p:nvPr userDrawn="1"/>
        </p:nvSpPr>
        <p:spPr>
          <a:xfrm>
            <a:off x="5512393" y="241430"/>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29" name="Google Shape;1265;p56">
            <a:extLst>
              <a:ext uri="{FF2B5EF4-FFF2-40B4-BE49-F238E27FC236}">
                <a16:creationId xmlns:a16="http://schemas.microsoft.com/office/drawing/2014/main" id="{A7BF8E2B-5184-B584-D484-7D82C9DA6C41}"/>
              </a:ext>
            </a:extLst>
          </p:cNvPr>
          <p:cNvSpPr/>
          <p:nvPr userDrawn="1"/>
        </p:nvSpPr>
        <p:spPr>
          <a:xfrm>
            <a:off x="5512393" y="1518057"/>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1" name="Google Shape;1279;p56">
            <a:extLst>
              <a:ext uri="{FF2B5EF4-FFF2-40B4-BE49-F238E27FC236}">
                <a16:creationId xmlns:a16="http://schemas.microsoft.com/office/drawing/2014/main" id="{9E808B73-94D7-57E7-3837-3DA718162E5B}"/>
              </a:ext>
            </a:extLst>
          </p:cNvPr>
          <p:cNvSpPr/>
          <p:nvPr userDrawn="1"/>
        </p:nvSpPr>
        <p:spPr>
          <a:xfrm>
            <a:off x="5512393" y="2807563"/>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3" name="Google Shape;1279;p56">
            <a:extLst>
              <a:ext uri="{FF2B5EF4-FFF2-40B4-BE49-F238E27FC236}">
                <a16:creationId xmlns:a16="http://schemas.microsoft.com/office/drawing/2014/main" id="{F340E0DF-98FD-EA55-7B4B-8E58FC5CFCDA}"/>
              </a:ext>
            </a:extLst>
          </p:cNvPr>
          <p:cNvSpPr/>
          <p:nvPr userDrawn="1"/>
        </p:nvSpPr>
        <p:spPr>
          <a:xfrm>
            <a:off x="5512394" y="4117420"/>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5" name="Google Shape;1279;p56">
            <a:extLst>
              <a:ext uri="{FF2B5EF4-FFF2-40B4-BE49-F238E27FC236}">
                <a16:creationId xmlns:a16="http://schemas.microsoft.com/office/drawing/2014/main" id="{1F52D7F5-AD34-C5B1-EEA2-F711AD3A8C3F}"/>
              </a:ext>
            </a:extLst>
          </p:cNvPr>
          <p:cNvSpPr/>
          <p:nvPr userDrawn="1"/>
        </p:nvSpPr>
        <p:spPr>
          <a:xfrm>
            <a:off x="5512394" y="5413857"/>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7" name="Google Shape;1251;p56">
            <a:extLst>
              <a:ext uri="{FF2B5EF4-FFF2-40B4-BE49-F238E27FC236}">
                <a16:creationId xmlns:a16="http://schemas.microsoft.com/office/drawing/2014/main" id="{A4889AFC-C17E-6AF6-25D9-F977ACD04A9D}"/>
              </a:ext>
            </a:extLst>
          </p:cNvPr>
          <p:cNvSpPr/>
          <p:nvPr userDrawn="1"/>
        </p:nvSpPr>
        <p:spPr>
          <a:xfrm>
            <a:off x="4290632" y="303003"/>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39" name="Google Shape;1268;p56">
            <a:extLst>
              <a:ext uri="{FF2B5EF4-FFF2-40B4-BE49-F238E27FC236}">
                <a16:creationId xmlns:a16="http://schemas.microsoft.com/office/drawing/2014/main" id="{5E0F6889-9671-EA56-B88B-DBA6C149062C}"/>
              </a:ext>
            </a:extLst>
          </p:cNvPr>
          <p:cNvSpPr/>
          <p:nvPr userDrawn="1"/>
        </p:nvSpPr>
        <p:spPr>
          <a:xfrm>
            <a:off x="4290632" y="1579630"/>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1" name="Google Shape;1282;p56">
            <a:extLst>
              <a:ext uri="{FF2B5EF4-FFF2-40B4-BE49-F238E27FC236}">
                <a16:creationId xmlns:a16="http://schemas.microsoft.com/office/drawing/2014/main" id="{44CB8F8B-1D14-EA9D-117E-79BB0DB776E9}"/>
              </a:ext>
            </a:extLst>
          </p:cNvPr>
          <p:cNvSpPr/>
          <p:nvPr userDrawn="1"/>
        </p:nvSpPr>
        <p:spPr>
          <a:xfrm>
            <a:off x="4290632" y="2869136"/>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3" name="Google Shape;1282;p56">
            <a:extLst>
              <a:ext uri="{FF2B5EF4-FFF2-40B4-BE49-F238E27FC236}">
                <a16:creationId xmlns:a16="http://schemas.microsoft.com/office/drawing/2014/main" id="{9D8D9DEA-F6DA-EFDC-5DDF-946728969392}"/>
              </a:ext>
            </a:extLst>
          </p:cNvPr>
          <p:cNvSpPr/>
          <p:nvPr userDrawn="1"/>
        </p:nvSpPr>
        <p:spPr>
          <a:xfrm>
            <a:off x="4290632" y="4217824"/>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5" name="Google Shape;1282;p56">
            <a:extLst>
              <a:ext uri="{FF2B5EF4-FFF2-40B4-BE49-F238E27FC236}">
                <a16:creationId xmlns:a16="http://schemas.microsoft.com/office/drawing/2014/main" id="{5B83F600-A2A8-FC3E-235C-F63589027CEC}"/>
              </a:ext>
            </a:extLst>
          </p:cNvPr>
          <p:cNvSpPr/>
          <p:nvPr userDrawn="1"/>
        </p:nvSpPr>
        <p:spPr>
          <a:xfrm>
            <a:off x="4290632" y="5510428"/>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7" name="Picture Placeholder 46">
            <a:extLst>
              <a:ext uri="{FF2B5EF4-FFF2-40B4-BE49-F238E27FC236}">
                <a16:creationId xmlns:a16="http://schemas.microsoft.com/office/drawing/2014/main" id="{3B37AA0A-CC3F-643E-4CA3-94EE9D0B955A}"/>
              </a:ext>
            </a:extLst>
          </p:cNvPr>
          <p:cNvSpPr>
            <a:spLocks noGrp="1"/>
          </p:cNvSpPr>
          <p:nvPr>
            <p:ph type="pic" sz="quarter" idx="10"/>
          </p:nvPr>
        </p:nvSpPr>
        <p:spPr>
          <a:xfrm>
            <a:off x="4455524" y="467895"/>
            <a:ext cx="640080" cy="640080"/>
          </a:xfrm>
        </p:spPr>
        <p:txBody>
          <a:bodyPr anchor="ctr"/>
          <a:lstStyle>
            <a:lvl1pPr marL="0" indent="0" algn="ctr">
              <a:buNone/>
              <a:defRPr sz="900"/>
            </a:lvl1pPr>
          </a:lstStyle>
          <a:p>
            <a:r>
              <a:rPr lang="en-US" noProof="0"/>
              <a:t>Click icon to add picture</a:t>
            </a:r>
          </a:p>
        </p:txBody>
      </p:sp>
      <p:sp>
        <p:nvSpPr>
          <p:cNvPr id="53" name="Text Placeholder 52">
            <a:extLst>
              <a:ext uri="{FF2B5EF4-FFF2-40B4-BE49-F238E27FC236}">
                <a16:creationId xmlns:a16="http://schemas.microsoft.com/office/drawing/2014/main" id="{04148F56-845C-40C8-5EFE-44B32FB55764}"/>
              </a:ext>
            </a:extLst>
          </p:cNvPr>
          <p:cNvSpPr>
            <a:spLocks noGrp="1"/>
          </p:cNvSpPr>
          <p:nvPr>
            <p:ph type="body" sz="quarter" idx="15"/>
          </p:nvPr>
        </p:nvSpPr>
        <p:spPr>
          <a:xfrm>
            <a:off x="5769864" y="457200"/>
            <a:ext cx="3840480" cy="338328"/>
          </a:xfrm>
        </p:spPr>
        <p:txBody>
          <a:bodyPr/>
          <a:lstStyle>
            <a:lvl1pPr marL="0" indent="0">
              <a:buNone/>
              <a:defRPr sz="2000">
                <a:latin typeface="+mj-lt"/>
              </a:defRPr>
            </a:lvl1pPr>
          </a:lstStyle>
          <a:p>
            <a:pPr lvl="0"/>
            <a:r>
              <a:rPr lang="en-US" noProof="0"/>
              <a:t>Click to edit Master text styles</a:t>
            </a:r>
          </a:p>
        </p:txBody>
      </p:sp>
      <p:sp>
        <p:nvSpPr>
          <p:cNvPr id="58" name="Text Placeholder 52">
            <a:extLst>
              <a:ext uri="{FF2B5EF4-FFF2-40B4-BE49-F238E27FC236}">
                <a16:creationId xmlns:a16="http://schemas.microsoft.com/office/drawing/2014/main" id="{6FAEB77B-C9AE-5EC8-3043-2C6C91015EF2}"/>
              </a:ext>
            </a:extLst>
          </p:cNvPr>
          <p:cNvSpPr>
            <a:spLocks noGrp="1"/>
          </p:cNvSpPr>
          <p:nvPr>
            <p:ph type="body" sz="quarter" idx="20"/>
          </p:nvPr>
        </p:nvSpPr>
        <p:spPr>
          <a:xfrm>
            <a:off x="5769864" y="780642"/>
            <a:ext cx="5029200" cy="338328"/>
          </a:xfrm>
        </p:spPr>
        <p:txBody>
          <a:bodyPr/>
          <a:lstStyle>
            <a:lvl1pPr marL="0" indent="0">
              <a:buNone/>
              <a:defRPr sz="1600">
                <a:latin typeface="+mn-lt"/>
              </a:defRPr>
            </a:lvl1pPr>
          </a:lstStyle>
          <a:p>
            <a:pPr lvl="0"/>
            <a:r>
              <a:rPr lang="en-US" noProof="0"/>
              <a:t>Click to edit Master text styles</a:t>
            </a:r>
          </a:p>
        </p:txBody>
      </p:sp>
      <p:sp>
        <p:nvSpPr>
          <p:cNvPr id="48" name="Picture Placeholder 46">
            <a:extLst>
              <a:ext uri="{FF2B5EF4-FFF2-40B4-BE49-F238E27FC236}">
                <a16:creationId xmlns:a16="http://schemas.microsoft.com/office/drawing/2014/main" id="{EA6CA3D6-A486-C220-D150-162068803F01}"/>
              </a:ext>
            </a:extLst>
          </p:cNvPr>
          <p:cNvSpPr>
            <a:spLocks noGrp="1"/>
          </p:cNvSpPr>
          <p:nvPr>
            <p:ph type="pic" sz="quarter" idx="11"/>
          </p:nvPr>
        </p:nvSpPr>
        <p:spPr>
          <a:xfrm>
            <a:off x="4455524" y="1744522"/>
            <a:ext cx="640080" cy="640080"/>
          </a:xfrm>
        </p:spPr>
        <p:txBody>
          <a:bodyPr anchor="ctr"/>
          <a:lstStyle>
            <a:lvl1pPr marL="0" indent="0" algn="ctr">
              <a:buNone/>
              <a:defRPr sz="900"/>
            </a:lvl1pPr>
          </a:lstStyle>
          <a:p>
            <a:r>
              <a:rPr lang="en-US" noProof="0"/>
              <a:t>Click icon to add picture</a:t>
            </a:r>
          </a:p>
        </p:txBody>
      </p:sp>
      <p:sp>
        <p:nvSpPr>
          <p:cNvPr id="54" name="Text Placeholder 52">
            <a:extLst>
              <a:ext uri="{FF2B5EF4-FFF2-40B4-BE49-F238E27FC236}">
                <a16:creationId xmlns:a16="http://schemas.microsoft.com/office/drawing/2014/main" id="{B70CC111-C404-5983-7E1A-758C72DA2151}"/>
              </a:ext>
            </a:extLst>
          </p:cNvPr>
          <p:cNvSpPr>
            <a:spLocks noGrp="1"/>
          </p:cNvSpPr>
          <p:nvPr>
            <p:ph type="body" sz="quarter" idx="16"/>
          </p:nvPr>
        </p:nvSpPr>
        <p:spPr>
          <a:xfrm>
            <a:off x="5769864" y="1746504"/>
            <a:ext cx="3840480" cy="338328"/>
          </a:xfrm>
        </p:spPr>
        <p:txBody>
          <a:bodyPr/>
          <a:lstStyle>
            <a:lvl1pPr marL="0" indent="0">
              <a:buNone/>
              <a:defRPr sz="2000">
                <a:latin typeface="+mj-lt"/>
              </a:defRPr>
            </a:lvl1pPr>
          </a:lstStyle>
          <a:p>
            <a:pPr lvl="0"/>
            <a:r>
              <a:rPr lang="en-US" noProof="0"/>
              <a:t>Click to edit Master text styles</a:t>
            </a:r>
          </a:p>
        </p:txBody>
      </p:sp>
      <p:sp>
        <p:nvSpPr>
          <p:cNvPr id="59" name="Text Placeholder 52">
            <a:extLst>
              <a:ext uri="{FF2B5EF4-FFF2-40B4-BE49-F238E27FC236}">
                <a16:creationId xmlns:a16="http://schemas.microsoft.com/office/drawing/2014/main" id="{0FACAEC0-F5EF-8921-74B5-2C775EC42E63}"/>
              </a:ext>
            </a:extLst>
          </p:cNvPr>
          <p:cNvSpPr>
            <a:spLocks noGrp="1"/>
          </p:cNvSpPr>
          <p:nvPr>
            <p:ph type="body" sz="quarter" idx="21"/>
          </p:nvPr>
        </p:nvSpPr>
        <p:spPr>
          <a:xfrm>
            <a:off x="5769864" y="2069946"/>
            <a:ext cx="5029200" cy="338328"/>
          </a:xfrm>
        </p:spPr>
        <p:txBody>
          <a:bodyPr/>
          <a:lstStyle>
            <a:lvl1pPr marL="0" indent="0">
              <a:buNone/>
              <a:defRPr sz="1600">
                <a:latin typeface="+mn-lt"/>
              </a:defRPr>
            </a:lvl1pPr>
          </a:lstStyle>
          <a:p>
            <a:pPr lvl="0"/>
            <a:r>
              <a:rPr lang="en-US" noProof="0"/>
              <a:t>Click to edit Master text styles</a:t>
            </a:r>
          </a:p>
        </p:txBody>
      </p:sp>
      <p:sp>
        <p:nvSpPr>
          <p:cNvPr id="49" name="Picture Placeholder 46">
            <a:extLst>
              <a:ext uri="{FF2B5EF4-FFF2-40B4-BE49-F238E27FC236}">
                <a16:creationId xmlns:a16="http://schemas.microsoft.com/office/drawing/2014/main" id="{D85BED76-EF8A-3369-FA46-11513F2D2231}"/>
              </a:ext>
            </a:extLst>
          </p:cNvPr>
          <p:cNvSpPr>
            <a:spLocks noGrp="1"/>
          </p:cNvSpPr>
          <p:nvPr>
            <p:ph type="pic" sz="quarter" idx="12"/>
          </p:nvPr>
        </p:nvSpPr>
        <p:spPr>
          <a:xfrm>
            <a:off x="4455524" y="3034028"/>
            <a:ext cx="640080" cy="640080"/>
          </a:xfrm>
        </p:spPr>
        <p:txBody>
          <a:bodyPr anchor="ctr"/>
          <a:lstStyle>
            <a:lvl1pPr marL="0" indent="0" algn="ctr">
              <a:buNone/>
              <a:defRPr sz="900"/>
            </a:lvl1pPr>
          </a:lstStyle>
          <a:p>
            <a:r>
              <a:rPr lang="en-US" noProof="0"/>
              <a:t>Click icon to add picture</a:t>
            </a:r>
          </a:p>
        </p:txBody>
      </p:sp>
      <p:sp>
        <p:nvSpPr>
          <p:cNvPr id="55" name="Text Placeholder 52">
            <a:extLst>
              <a:ext uri="{FF2B5EF4-FFF2-40B4-BE49-F238E27FC236}">
                <a16:creationId xmlns:a16="http://schemas.microsoft.com/office/drawing/2014/main" id="{3A752FC9-DE9C-9701-E24E-6F1AC075B16E}"/>
              </a:ext>
            </a:extLst>
          </p:cNvPr>
          <p:cNvSpPr>
            <a:spLocks noGrp="1"/>
          </p:cNvSpPr>
          <p:nvPr>
            <p:ph type="body" sz="quarter" idx="17"/>
          </p:nvPr>
        </p:nvSpPr>
        <p:spPr>
          <a:xfrm>
            <a:off x="5769864" y="3035808"/>
            <a:ext cx="3840480" cy="338328"/>
          </a:xfrm>
        </p:spPr>
        <p:txBody>
          <a:bodyPr/>
          <a:lstStyle>
            <a:lvl1pPr marL="0" indent="0">
              <a:buNone/>
              <a:defRPr sz="2000">
                <a:latin typeface="+mj-lt"/>
              </a:defRPr>
            </a:lvl1pPr>
          </a:lstStyle>
          <a:p>
            <a:pPr lvl="0"/>
            <a:r>
              <a:rPr lang="en-US" noProof="0"/>
              <a:t>Click to edit Master text styles</a:t>
            </a:r>
          </a:p>
        </p:txBody>
      </p:sp>
      <p:sp>
        <p:nvSpPr>
          <p:cNvPr id="60" name="Text Placeholder 52">
            <a:extLst>
              <a:ext uri="{FF2B5EF4-FFF2-40B4-BE49-F238E27FC236}">
                <a16:creationId xmlns:a16="http://schemas.microsoft.com/office/drawing/2014/main" id="{5CA64FAC-BAC1-519A-1252-ED8A726B6313}"/>
              </a:ext>
            </a:extLst>
          </p:cNvPr>
          <p:cNvSpPr>
            <a:spLocks noGrp="1"/>
          </p:cNvSpPr>
          <p:nvPr>
            <p:ph type="body" sz="quarter" idx="22"/>
          </p:nvPr>
        </p:nvSpPr>
        <p:spPr>
          <a:xfrm>
            <a:off x="5769864" y="3359250"/>
            <a:ext cx="5029200" cy="338328"/>
          </a:xfrm>
        </p:spPr>
        <p:txBody>
          <a:bodyPr/>
          <a:lstStyle>
            <a:lvl1pPr marL="0" indent="0">
              <a:buNone/>
              <a:defRPr sz="1600">
                <a:latin typeface="+mn-lt"/>
              </a:defRPr>
            </a:lvl1pPr>
          </a:lstStyle>
          <a:p>
            <a:pPr lvl="0"/>
            <a:r>
              <a:rPr lang="en-US" noProof="0"/>
              <a:t>Click to edit Master text styles</a:t>
            </a:r>
          </a:p>
        </p:txBody>
      </p:sp>
      <p:sp>
        <p:nvSpPr>
          <p:cNvPr id="50" name="Picture Placeholder 46">
            <a:extLst>
              <a:ext uri="{FF2B5EF4-FFF2-40B4-BE49-F238E27FC236}">
                <a16:creationId xmlns:a16="http://schemas.microsoft.com/office/drawing/2014/main" id="{5FF1804E-BBAF-5060-07A3-705BCCF0D7C5}"/>
              </a:ext>
            </a:extLst>
          </p:cNvPr>
          <p:cNvSpPr>
            <a:spLocks noGrp="1"/>
          </p:cNvSpPr>
          <p:nvPr>
            <p:ph type="pic" sz="quarter" idx="13"/>
          </p:nvPr>
        </p:nvSpPr>
        <p:spPr>
          <a:xfrm>
            <a:off x="4455524" y="4382716"/>
            <a:ext cx="640080" cy="640080"/>
          </a:xfrm>
        </p:spPr>
        <p:txBody>
          <a:bodyPr anchor="ctr"/>
          <a:lstStyle>
            <a:lvl1pPr marL="0" indent="0" algn="ctr">
              <a:buNone/>
              <a:defRPr sz="900"/>
            </a:lvl1pPr>
          </a:lstStyle>
          <a:p>
            <a:r>
              <a:rPr lang="en-US" noProof="0"/>
              <a:t>Click icon to add picture</a:t>
            </a:r>
          </a:p>
        </p:txBody>
      </p:sp>
      <p:sp>
        <p:nvSpPr>
          <p:cNvPr id="56" name="Text Placeholder 52">
            <a:extLst>
              <a:ext uri="{FF2B5EF4-FFF2-40B4-BE49-F238E27FC236}">
                <a16:creationId xmlns:a16="http://schemas.microsoft.com/office/drawing/2014/main" id="{D03AC44E-421F-94EE-DC26-D4F6FB1D5444}"/>
              </a:ext>
            </a:extLst>
          </p:cNvPr>
          <p:cNvSpPr>
            <a:spLocks noGrp="1"/>
          </p:cNvSpPr>
          <p:nvPr>
            <p:ph type="body" sz="quarter" idx="18"/>
          </p:nvPr>
        </p:nvSpPr>
        <p:spPr>
          <a:xfrm>
            <a:off x="5769864" y="4325112"/>
            <a:ext cx="3840480" cy="338328"/>
          </a:xfrm>
        </p:spPr>
        <p:txBody>
          <a:bodyPr/>
          <a:lstStyle>
            <a:lvl1pPr marL="0" indent="0">
              <a:buNone/>
              <a:defRPr sz="2000">
                <a:latin typeface="+mj-lt"/>
              </a:defRPr>
            </a:lvl1pPr>
          </a:lstStyle>
          <a:p>
            <a:pPr lvl="0"/>
            <a:r>
              <a:rPr lang="en-US" noProof="0"/>
              <a:t>Click to edit Master text styles</a:t>
            </a:r>
          </a:p>
        </p:txBody>
      </p:sp>
      <p:sp>
        <p:nvSpPr>
          <p:cNvPr id="61" name="Text Placeholder 52">
            <a:extLst>
              <a:ext uri="{FF2B5EF4-FFF2-40B4-BE49-F238E27FC236}">
                <a16:creationId xmlns:a16="http://schemas.microsoft.com/office/drawing/2014/main" id="{4806989D-2A9A-5590-1EF7-9BF0E1F4C43D}"/>
              </a:ext>
            </a:extLst>
          </p:cNvPr>
          <p:cNvSpPr>
            <a:spLocks noGrp="1"/>
          </p:cNvSpPr>
          <p:nvPr>
            <p:ph type="body" sz="quarter" idx="23"/>
          </p:nvPr>
        </p:nvSpPr>
        <p:spPr>
          <a:xfrm>
            <a:off x="5769864" y="4648554"/>
            <a:ext cx="5029200" cy="338328"/>
          </a:xfrm>
        </p:spPr>
        <p:txBody>
          <a:bodyPr/>
          <a:lstStyle>
            <a:lvl1pPr marL="0" indent="0">
              <a:buNone/>
              <a:defRPr sz="1600">
                <a:latin typeface="+mn-lt"/>
              </a:defRPr>
            </a:lvl1pPr>
          </a:lstStyle>
          <a:p>
            <a:pPr lvl="0"/>
            <a:r>
              <a:rPr lang="en-US" noProof="0"/>
              <a:t>Click to edit Master text styles</a:t>
            </a:r>
          </a:p>
        </p:txBody>
      </p:sp>
      <p:sp>
        <p:nvSpPr>
          <p:cNvPr id="51" name="Picture Placeholder 46">
            <a:extLst>
              <a:ext uri="{FF2B5EF4-FFF2-40B4-BE49-F238E27FC236}">
                <a16:creationId xmlns:a16="http://schemas.microsoft.com/office/drawing/2014/main" id="{C28AAD1A-4269-0A5C-7418-7DFC69060C90}"/>
              </a:ext>
            </a:extLst>
          </p:cNvPr>
          <p:cNvSpPr>
            <a:spLocks noGrp="1"/>
          </p:cNvSpPr>
          <p:nvPr>
            <p:ph type="pic" sz="quarter" idx="14"/>
          </p:nvPr>
        </p:nvSpPr>
        <p:spPr>
          <a:xfrm>
            <a:off x="4455524" y="5675320"/>
            <a:ext cx="640080" cy="640080"/>
          </a:xfrm>
        </p:spPr>
        <p:txBody>
          <a:bodyPr anchor="ctr"/>
          <a:lstStyle>
            <a:lvl1pPr marL="0" indent="0" algn="ctr">
              <a:buNone/>
              <a:defRPr sz="900"/>
            </a:lvl1pPr>
          </a:lstStyle>
          <a:p>
            <a:r>
              <a:rPr lang="en-US" noProof="0"/>
              <a:t>Click icon to add picture</a:t>
            </a:r>
          </a:p>
        </p:txBody>
      </p:sp>
      <p:sp>
        <p:nvSpPr>
          <p:cNvPr id="57" name="Text Placeholder 52">
            <a:extLst>
              <a:ext uri="{FF2B5EF4-FFF2-40B4-BE49-F238E27FC236}">
                <a16:creationId xmlns:a16="http://schemas.microsoft.com/office/drawing/2014/main" id="{650C0EB3-5783-DC1F-09A3-02DFAA316429}"/>
              </a:ext>
            </a:extLst>
          </p:cNvPr>
          <p:cNvSpPr>
            <a:spLocks noGrp="1"/>
          </p:cNvSpPr>
          <p:nvPr>
            <p:ph type="body" sz="quarter" idx="19"/>
          </p:nvPr>
        </p:nvSpPr>
        <p:spPr>
          <a:xfrm>
            <a:off x="5769864" y="5614416"/>
            <a:ext cx="3840480" cy="338328"/>
          </a:xfrm>
        </p:spPr>
        <p:txBody>
          <a:bodyPr/>
          <a:lstStyle>
            <a:lvl1pPr marL="0" indent="0">
              <a:buNone/>
              <a:defRPr sz="2000">
                <a:latin typeface="+mj-lt"/>
              </a:defRPr>
            </a:lvl1pPr>
          </a:lstStyle>
          <a:p>
            <a:pPr lvl="0"/>
            <a:r>
              <a:rPr lang="en-US" noProof="0"/>
              <a:t>Click to edit Master text styles</a:t>
            </a:r>
          </a:p>
        </p:txBody>
      </p:sp>
      <p:sp>
        <p:nvSpPr>
          <p:cNvPr id="62" name="Text Placeholder 52">
            <a:extLst>
              <a:ext uri="{FF2B5EF4-FFF2-40B4-BE49-F238E27FC236}">
                <a16:creationId xmlns:a16="http://schemas.microsoft.com/office/drawing/2014/main" id="{94850C9F-BD14-9481-E7F6-526639251EB9}"/>
              </a:ext>
            </a:extLst>
          </p:cNvPr>
          <p:cNvSpPr>
            <a:spLocks noGrp="1"/>
          </p:cNvSpPr>
          <p:nvPr>
            <p:ph type="body" sz="quarter" idx="24"/>
          </p:nvPr>
        </p:nvSpPr>
        <p:spPr>
          <a:xfrm>
            <a:off x="5769864" y="5937858"/>
            <a:ext cx="5029200" cy="338328"/>
          </a:xfrm>
        </p:spPr>
        <p:txBody>
          <a:bodyPr/>
          <a:lstStyle>
            <a:lvl1pPr marL="0" indent="0">
              <a:buNone/>
              <a:defRPr sz="1600">
                <a:latin typeface="+mn-lt"/>
              </a:defRPr>
            </a:lvl1pPr>
          </a:lstStyle>
          <a:p>
            <a:pPr lvl="0"/>
            <a:r>
              <a:rPr lang="en-US" noProof="0"/>
              <a:t>Click to edit Master text styles</a:t>
            </a:r>
          </a:p>
        </p:txBody>
      </p:sp>
    </p:spTree>
    <p:extLst>
      <p:ext uri="{BB962C8B-B14F-4D97-AF65-F5344CB8AC3E}">
        <p14:creationId xmlns:p14="http://schemas.microsoft.com/office/powerpoint/2010/main" val="1274941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meline">
    <p:bg>
      <p:bgPr>
        <a:solidFill>
          <a:schemeClr val="accent3"/>
        </a:solidFill>
        <a:effectLst/>
      </p:bgPr>
    </p:bg>
    <p:spTree>
      <p:nvGrpSpPr>
        <p:cNvPr id="1" name=""/>
        <p:cNvGrpSpPr/>
        <p:nvPr/>
      </p:nvGrpSpPr>
      <p:grpSpPr>
        <a:xfrm>
          <a:off x="0" y="0"/>
          <a:ext cx="0" cy="0"/>
          <a:chOff x="0" y="0"/>
          <a:chExt cx="0" cy="0"/>
        </a:xfrm>
      </p:grpSpPr>
      <p:sp>
        <p:nvSpPr>
          <p:cNvPr id="8" name="Google Shape;1251;p56">
            <a:extLst>
              <a:ext uri="{FF2B5EF4-FFF2-40B4-BE49-F238E27FC236}">
                <a16:creationId xmlns:a16="http://schemas.microsoft.com/office/drawing/2014/main" id="{5240ABBF-9F6E-51C2-3600-798F3A8C4868}"/>
              </a:ext>
            </a:extLst>
          </p:cNvPr>
          <p:cNvSpPr/>
          <p:nvPr userDrawn="1"/>
        </p:nvSpPr>
        <p:spPr>
          <a:xfrm>
            <a:off x="547230" y="1944086"/>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Google Shape;1251;p56">
            <a:extLst>
              <a:ext uri="{FF2B5EF4-FFF2-40B4-BE49-F238E27FC236}">
                <a16:creationId xmlns:a16="http://schemas.microsoft.com/office/drawing/2014/main" id="{724FD7F3-2232-7463-6613-3EF2344BD063}"/>
              </a:ext>
            </a:extLst>
          </p:cNvPr>
          <p:cNvSpPr/>
          <p:nvPr userDrawn="1"/>
        </p:nvSpPr>
        <p:spPr>
          <a:xfrm>
            <a:off x="4922989" y="1946963"/>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Google Shape;1251;p56">
            <a:extLst>
              <a:ext uri="{FF2B5EF4-FFF2-40B4-BE49-F238E27FC236}">
                <a16:creationId xmlns:a16="http://schemas.microsoft.com/office/drawing/2014/main" id="{234E24BE-6EC9-C62B-1B5F-EBE5C279EF38}"/>
              </a:ext>
            </a:extLst>
          </p:cNvPr>
          <p:cNvSpPr/>
          <p:nvPr userDrawn="1"/>
        </p:nvSpPr>
        <p:spPr>
          <a:xfrm>
            <a:off x="9225456" y="1924776"/>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4" name="Google Shape;1251;p56">
            <a:extLst>
              <a:ext uri="{FF2B5EF4-FFF2-40B4-BE49-F238E27FC236}">
                <a16:creationId xmlns:a16="http://schemas.microsoft.com/office/drawing/2014/main" id="{F4987345-5BC3-6B09-35D1-118625B93B26}"/>
              </a:ext>
            </a:extLst>
          </p:cNvPr>
          <p:cNvSpPr/>
          <p:nvPr userDrawn="1"/>
        </p:nvSpPr>
        <p:spPr>
          <a:xfrm>
            <a:off x="2798649" y="3902220"/>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6" name="Google Shape;1251;p56">
            <a:extLst>
              <a:ext uri="{FF2B5EF4-FFF2-40B4-BE49-F238E27FC236}">
                <a16:creationId xmlns:a16="http://schemas.microsoft.com/office/drawing/2014/main" id="{D24F97D8-E25C-583D-72FF-A9AD2A77A71F}"/>
              </a:ext>
            </a:extLst>
          </p:cNvPr>
          <p:cNvSpPr/>
          <p:nvPr userDrawn="1"/>
        </p:nvSpPr>
        <p:spPr>
          <a:xfrm>
            <a:off x="7156227" y="3880033"/>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
        <p:nvSpPr>
          <p:cNvPr id="36" name="Text Placeholder 35">
            <a:extLst>
              <a:ext uri="{FF2B5EF4-FFF2-40B4-BE49-F238E27FC236}">
                <a16:creationId xmlns:a16="http://schemas.microsoft.com/office/drawing/2014/main" id="{C96B6B23-01AB-14E3-6F7D-14E56C8F7FB4}"/>
              </a:ext>
            </a:extLst>
          </p:cNvPr>
          <p:cNvSpPr>
            <a:spLocks noGrp="1"/>
          </p:cNvSpPr>
          <p:nvPr>
            <p:ph type="body" sz="quarter" idx="13"/>
          </p:nvPr>
        </p:nvSpPr>
        <p:spPr>
          <a:xfrm>
            <a:off x="458788"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0" name="Text Placeholder 35">
            <a:extLst>
              <a:ext uri="{FF2B5EF4-FFF2-40B4-BE49-F238E27FC236}">
                <a16:creationId xmlns:a16="http://schemas.microsoft.com/office/drawing/2014/main" id="{B5D9C006-6816-1398-2752-53296B2275E9}"/>
              </a:ext>
            </a:extLst>
          </p:cNvPr>
          <p:cNvSpPr>
            <a:spLocks noGrp="1"/>
          </p:cNvSpPr>
          <p:nvPr>
            <p:ph type="body" sz="quarter" idx="15"/>
          </p:nvPr>
        </p:nvSpPr>
        <p:spPr>
          <a:xfrm>
            <a:off x="4844975"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3" name="Text Placeholder 35">
            <a:extLst>
              <a:ext uri="{FF2B5EF4-FFF2-40B4-BE49-F238E27FC236}">
                <a16:creationId xmlns:a16="http://schemas.microsoft.com/office/drawing/2014/main" id="{5C67F012-5EC1-3C44-2545-C90EFB6C7AA3}"/>
              </a:ext>
            </a:extLst>
          </p:cNvPr>
          <p:cNvSpPr>
            <a:spLocks noGrp="1"/>
          </p:cNvSpPr>
          <p:nvPr>
            <p:ph type="body" sz="quarter" idx="17"/>
          </p:nvPr>
        </p:nvSpPr>
        <p:spPr>
          <a:xfrm>
            <a:off x="9137214"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39" name="Text Placeholder 35">
            <a:extLst>
              <a:ext uri="{FF2B5EF4-FFF2-40B4-BE49-F238E27FC236}">
                <a16:creationId xmlns:a16="http://schemas.microsoft.com/office/drawing/2014/main" id="{84C1F7B9-544F-1D65-F30E-22B977B0EA42}"/>
              </a:ext>
            </a:extLst>
          </p:cNvPr>
          <p:cNvSpPr>
            <a:spLocks noGrp="1"/>
          </p:cNvSpPr>
          <p:nvPr>
            <p:ph type="body" sz="quarter" idx="14"/>
          </p:nvPr>
        </p:nvSpPr>
        <p:spPr>
          <a:xfrm>
            <a:off x="2710407" y="3813978"/>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1" name="Text Placeholder 35">
            <a:extLst>
              <a:ext uri="{FF2B5EF4-FFF2-40B4-BE49-F238E27FC236}">
                <a16:creationId xmlns:a16="http://schemas.microsoft.com/office/drawing/2014/main" id="{F0785379-F700-62B9-BF17-703A87E29891}"/>
              </a:ext>
            </a:extLst>
          </p:cNvPr>
          <p:cNvSpPr>
            <a:spLocks noGrp="1"/>
          </p:cNvSpPr>
          <p:nvPr>
            <p:ph type="body" sz="quarter" idx="16"/>
          </p:nvPr>
        </p:nvSpPr>
        <p:spPr>
          <a:xfrm>
            <a:off x="7067985" y="3813978"/>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Tree>
    <p:extLst>
      <p:ext uri="{BB962C8B-B14F-4D97-AF65-F5344CB8AC3E}">
        <p14:creationId xmlns:p14="http://schemas.microsoft.com/office/powerpoint/2010/main" val="2266006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5"/>
        </a:solidFill>
        <a:effectLst/>
      </p:bgPr>
    </p:bg>
    <p:spTree>
      <p:nvGrpSpPr>
        <p:cNvPr id="1" name=""/>
        <p:cNvGrpSpPr/>
        <p:nvPr/>
      </p:nvGrpSpPr>
      <p:grpSpPr>
        <a:xfrm>
          <a:off x="0" y="0"/>
          <a:ext cx="0" cy="0"/>
          <a:chOff x="0" y="0"/>
          <a:chExt cx="0" cy="0"/>
        </a:xfrm>
      </p:grpSpPr>
      <p:sp>
        <p:nvSpPr>
          <p:cNvPr id="11" name="Google Shape;634;p42">
            <a:extLst>
              <a:ext uri="{FF2B5EF4-FFF2-40B4-BE49-F238E27FC236}">
                <a16:creationId xmlns:a16="http://schemas.microsoft.com/office/drawing/2014/main" id="{8B24251C-09A2-7EC7-D81E-7B4EC1A6C8FB}"/>
              </a:ext>
            </a:extLst>
          </p:cNvPr>
          <p:cNvSpPr/>
          <p:nvPr userDrawn="1"/>
        </p:nvSpPr>
        <p:spPr>
          <a:xfrm>
            <a:off x="1043969" y="2096168"/>
            <a:ext cx="10271731" cy="1505316"/>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3" name="Google Shape;634;p42">
            <a:extLst>
              <a:ext uri="{FF2B5EF4-FFF2-40B4-BE49-F238E27FC236}">
                <a16:creationId xmlns:a16="http://schemas.microsoft.com/office/drawing/2014/main" id="{7095FC12-1305-9C50-D9A9-1BA4392374E6}"/>
              </a:ext>
            </a:extLst>
          </p:cNvPr>
          <p:cNvSpPr/>
          <p:nvPr userDrawn="1"/>
        </p:nvSpPr>
        <p:spPr>
          <a:xfrm>
            <a:off x="1043969" y="4160972"/>
            <a:ext cx="10271731" cy="1505316"/>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3" name="Title 22">
            <a:extLst>
              <a:ext uri="{FF2B5EF4-FFF2-40B4-BE49-F238E27FC236}">
                <a16:creationId xmlns:a16="http://schemas.microsoft.com/office/drawing/2014/main" id="{AA325A5B-8E43-DA35-85DE-66DB81C5F5AD}"/>
              </a:ext>
            </a:extLst>
          </p:cNvPr>
          <p:cNvSpPr>
            <a:spLocks noGrp="1"/>
          </p:cNvSpPr>
          <p:nvPr>
            <p:ph type="title"/>
          </p:nvPr>
        </p:nvSpPr>
        <p:spPr/>
        <p:txBody>
          <a:bodyPr/>
          <a:lstStyle/>
          <a:p>
            <a:r>
              <a:rPr lang="en-US" noProof="0"/>
              <a:t>Click to edit Master title style</a:t>
            </a:r>
          </a:p>
        </p:txBody>
      </p:sp>
      <p:sp>
        <p:nvSpPr>
          <p:cNvPr id="21" name="Text Placeholder 2">
            <a:extLst>
              <a:ext uri="{FF2B5EF4-FFF2-40B4-BE49-F238E27FC236}">
                <a16:creationId xmlns:a16="http://schemas.microsoft.com/office/drawing/2014/main" id="{BCA26A7E-435E-AFBA-FECA-047481A83CB8}"/>
              </a:ext>
            </a:extLst>
          </p:cNvPr>
          <p:cNvSpPr>
            <a:spLocks noGrp="1"/>
          </p:cNvSpPr>
          <p:nvPr>
            <p:ph type="body" idx="1"/>
          </p:nvPr>
        </p:nvSpPr>
        <p:spPr>
          <a:xfrm>
            <a:off x="892795" y="1920319"/>
            <a:ext cx="10268712" cy="1505315"/>
          </a:xfrm>
          <a:solidFill>
            <a:schemeClr val="accent5"/>
          </a:solidFill>
          <a:ln w="25400">
            <a:solidFill>
              <a:schemeClr val="dk1"/>
            </a:solidFill>
          </a:ln>
        </p:spPr>
        <p:txBody>
          <a:bodyPr lIns="896112" rIns="6492240" anchor="ctr"/>
          <a:lstStyle>
            <a:lvl1pPr marL="0" indent="0">
              <a:lnSpc>
                <a:spcPct val="120000"/>
              </a:lnSpc>
              <a:spcBef>
                <a:spcPts val="0"/>
              </a:spcBef>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3">
            <a:extLst>
              <a:ext uri="{FF2B5EF4-FFF2-40B4-BE49-F238E27FC236}">
                <a16:creationId xmlns:a16="http://schemas.microsoft.com/office/drawing/2014/main" id="{4A82CD3C-84E1-013B-FEDD-5B4008CD2B33}"/>
              </a:ext>
            </a:extLst>
          </p:cNvPr>
          <p:cNvSpPr>
            <a:spLocks noGrp="1"/>
          </p:cNvSpPr>
          <p:nvPr>
            <p:ph sz="half" idx="2"/>
          </p:nvPr>
        </p:nvSpPr>
        <p:spPr>
          <a:xfrm>
            <a:off x="4645152" y="2007884"/>
            <a:ext cx="6408671" cy="1330189"/>
          </a:xfrm>
        </p:spPr>
        <p:txBody>
          <a:bodyPr anchor="ctr"/>
          <a:lstStyle>
            <a:lvl1pPr marL="0" indent="-137160">
              <a:lnSpc>
                <a:spcPct val="100000"/>
              </a:lnSpc>
              <a:spcBef>
                <a:spcPts val="0"/>
              </a:spcBef>
              <a:buSzPct val="50000"/>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2" name="Text Placeholder 4">
            <a:extLst>
              <a:ext uri="{FF2B5EF4-FFF2-40B4-BE49-F238E27FC236}">
                <a16:creationId xmlns:a16="http://schemas.microsoft.com/office/drawing/2014/main" id="{42E5F6B0-4BF8-B61C-19DC-44EADF2C6A3E}"/>
              </a:ext>
            </a:extLst>
          </p:cNvPr>
          <p:cNvSpPr>
            <a:spLocks noGrp="1"/>
          </p:cNvSpPr>
          <p:nvPr>
            <p:ph type="body" sz="quarter" idx="3"/>
          </p:nvPr>
        </p:nvSpPr>
        <p:spPr>
          <a:xfrm>
            <a:off x="892795" y="4005858"/>
            <a:ext cx="10268712" cy="1505315"/>
          </a:xfrm>
          <a:solidFill>
            <a:schemeClr val="accent5"/>
          </a:solidFill>
          <a:ln w="25400">
            <a:solidFill>
              <a:schemeClr val="dk1"/>
            </a:solidFill>
          </a:ln>
        </p:spPr>
        <p:txBody>
          <a:bodyPr lIns="896112" rIns="6492240" anchor="ctr"/>
          <a:lstStyle>
            <a:lvl1pPr marL="0" indent="0">
              <a:lnSpc>
                <a:spcPct val="120000"/>
              </a:lnSpc>
              <a:spcBef>
                <a:spcPts val="0"/>
              </a:spcBef>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0" name="Content Placeholder 3">
            <a:extLst>
              <a:ext uri="{FF2B5EF4-FFF2-40B4-BE49-F238E27FC236}">
                <a16:creationId xmlns:a16="http://schemas.microsoft.com/office/drawing/2014/main" id="{710FDC74-97A7-7CF9-8479-7DF70FE009C4}"/>
              </a:ext>
            </a:extLst>
          </p:cNvPr>
          <p:cNvSpPr>
            <a:spLocks noGrp="1"/>
          </p:cNvSpPr>
          <p:nvPr>
            <p:ph sz="half" idx="13"/>
          </p:nvPr>
        </p:nvSpPr>
        <p:spPr>
          <a:xfrm>
            <a:off x="4645152" y="4093420"/>
            <a:ext cx="6408671" cy="1330189"/>
          </a:xfrm>
        </p:spPr>
        <p:txBody>
          <a:bodyPr anchor="ctr"/>
          <a:lstStyle>
            <a:lvl1pPr marL="0" indent="-137160">
              <a:lnSpc>
                <a:spcPct val="100000"/>
              </a:lnSpc>
              <a:spcBef>
                <a:spcPts val="0"/>
              </a:spcBef>
              <a:buSzPct val="50000"/>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9" name="Slide Number Placeholder 8">
            <a:extLst>
              <a:ext uri="{FF2B5EF4-FFF2-40B4-BE49-F238E27FC236}">
                <a16:creationId xmlns:a16="http://schemas.microsoft.com/office/drawing/2014/main" id="{7EA9E27A-A5B9-7554-B03C-977DD0697109}"/>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8" name="Footer Placeholder 7">
            <a:extLst>
              <a:ext uri="{FF2B5EF4-FFF2-40B4-BE49-F238E27FC236}">
                <a16:creationId xmlns:a16="http://schemas.microsoft.com/office/drawing/2014/main" id="{10B2D671-9FA9-57ED-C5BB-EF64BEB1363E}"/>
              </a:ext>
            </a:extLst>
          </p:cNvPr>
          <p:cNvSpPr>
            <a:spLocks noGrp="1"/>
          </p:cNvSpPr>
          <p:nvPr>
            <p:ph type="ftr" sz="quarter" idx="11"/>
          </p:nvPr>
        </p:nvSpPr>
        <p:spPr/>
        <p:txBody>
          <a:bodyPr/>
          <a:lstStyle/>
          <a:p>
            <a:r>
              <a:rPr lang="en-US" noProof="0"/>
              <a:t>Presentation title</a:t>
            </a:r>
          </a:p>
        </p:txBody>
      </p:sp>
      <p:sp>
        <p:nvSpPr>
          <p:cNvPr id="7" name="Date Placeholder 6">
            <a:extLst>
              <a:ext uri="{FF2B5EF4-FFF2-40B4-BE49-F238E27FC236}">
                <a16:creationId xmlns:a16="http://schemas.microsoft.com/office/drawing/2014/main" id="{ECF944D9-3F95-D788-A7A5-9C541DBDEF9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2780576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CB1F4-E4E2-E27F-87D0-6DFE6637592C}"/>
              </a:ext>
            </a:extLst>
          </p:cNvPr>
          <p:cNvSpPr>
            <a:spLocks noGrp="1"/>
          </p:cNvSpPr>
          <p:nvPr>
            <p:ph type="title"/>
          </p:nvPr>
        </p:nvSpPr>
        <p:spPr/>
        <p:txBody>
          <a:bodyPr/>
          <a:lstStyle/>
          <a:p>
            <a:r>
              <a:rPr lang="en-US" noProof="0"/>
              <a:t>Click to edit Master title style</a:t>
            </a:r>
          </a:p>
        </p:txBody>
      </p:sp>
      <p:sp>
        <p:nvSpPr>
          <p:cNvPr id="7" name="Google Shape;1148;p53">
            <a:extLst>
              <a:ext uri="{FF2B5EF4-FFF2-40B4-BE49-F238E27FC236}">
                <a16:creationId xmlns:a16="http://schemas.microsoft.com/office/drawing/2014/main" id="{D76333E0-FAE0-3B63-28EE-BA834131593C}"/>
              </a:ext>
            </a:extLst>
          </p:cNvPr>
          <p:cNvSpPr/>
          <p:nvPr userDrawn="1"/>
        </p:nvSpPr>
        <p:spPr>
          <a:xfrm>
            <a:off x="6481182" y="2106081"/>
            <a:ext cx="5056632"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8;p53">
            <a:extLst>
              <a:ext uri="{FF2B5EF4-FFF2-40B4-BE49-F238E27FC236}">
                <a16:creationId xmlns:a16="http://schemas.microsoft.com/office/drawing/2014/main" id="{B21F23CA-8996-2ED3-865E-9CBB7B3DEF01}"/>
              </a:ext>
            </a:extLst>
          </p:cNvPr>
          <p:cNvSpPr/>
          <p:nvPr userDrawn="1"/>
        </p:nvSpPr>
        <p:spPr>
          <a:xfrm>
            <a:off x="808072" y="2106081"/>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8" name="Text Placeholder 24">
            <a:extLst>
              <a:ext uri="{FF2B5EF4-FFF2-40B4-BE49-F238E27FC236}">
                <a16:creationId xmlns:a16="http://schemas.microsoft.com/office/drawing/2014/main" id="{BF16B1C6-54F0-43B5-701B-5ACB9DB37B75}"/>
              </a:ext>
            </a:extLst>
          </p:cNvPr>
          <p:cNvSpPr>
            <a:spLocks noGrp="1"/>
          </p:cNvSpPr>
          <p:nvPr>
            <p:ph type="body" sz="quarter" idx="14"/>
          </p:nvPr>
        </p:nvSpPr>
        <p:spPr>
          <a:xfrm>
            <a:off x="685800" y="1956816"/>
            <a:ext cx="5048882"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1" name="Content Placeholder 3">
            <a:extLst>
              <a:ext uri="{FF2B5EF4-FFF2-40B4-BE49-F238E27FC236}">
                <a16:creationId xmlns:a16="http://schemas.microsoft.com/office/drawing/2014/main" id="{86A122E7-1CF8-0AB9-3407-6E725320DC62}"/>
              </a:ext>
            </a:extLst>
          </p:cNvPr>
          <p:cNvSpPr>
            <a:spLocks noGrp="1"/>
          </p:cNvSpPr>
          <p:nvPr>
            <p:ph sz="half" idx="2"/>
          </p:nvPr>
        </p:nvSpPr>
        <p:spPr>
          <a:xfrm>
            <a:off x="932688" y="2944368"/>
            <a:ext cx="4604512"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0" name="Text Placeholder 24">
            <a:extLst>
              <a:ext uri="{FF2B5EF4-FFF2-40B4-BE49-F238E27FC236}">
                <a16:creationId xmlns:a16="http://schemas.microsoft.com/office/drawing/2014/main" id="{F5C0C473-4EA8-206C-EDC5-DAF92DC87E7B}"/>
              </a:ext>
            </a:extLst>
          </p:cNvPr>
          <p:cNvSpPr>
            <a:spLocks noGrp="1"/>
          </p:cNvSpPr>
          <p:nvPr>
            <p:ph type="body" sz="quarter" idx="19"/>
          </p:nvPr>
        </p:nvSpPr>
        <p:spPr>
          <a:xfrm>
            <a:off x="6358128" y="1956816"/>
            <a:ext cx="5047488"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3" name="Content Placeholder 3">
            <a:extLst>
              <a:ext uri="{FF2B5EF4-FFF2-40B4-BE49-F238E27FC236}">
                <a16:creationId xmlns:a16="http://schemas.microsoft.com/office/drawing/2014/main" id="{E3B2BF64-243E-E09B-24DD-86574712A72C}"/>
              </a:ext>
            </a:extLst>
          </p:cNvPr>
          <p:cNvSpPr>
            <a:spLocks noGrp="1"/>
          </p:cNvSpPr>
          <p:nvPr>
            <p:ph sz="half" idx="20"/>
          </p:nvPr>
        </p:nvSpPr>
        <p:spPr>
          <a:xfrm>
            <a:off x="6600154" y="2944368"/>
            <a:ext cx="4608576"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5" name="Slide Number Placeholder 4">
            <a:extLst>
              <a:ext uri="{FF2B5EF4-FFF2-40B4-BE49-F238E27FC236}">
                <a16:creationId xmlns:a16="http://schemas.microsoft.com/office/drawing/2014/main" id="{3A18DB23-E349-DF43-8126-A1F21B8C33C6}"/>
              </a:ext>
            </a:extLst>
          </p:cNvPr>
          <p:cNvSpPr>
            <a:spLocks noGrp="1"/>
          </p:cNvSpPr>
          <p:nvPr>
            <p:ph type="sldNum" sz="quarter" idx="12"/>
          </p:nvPr>
        </p:nvSpPr>
        <p:spPr/>
        <p:txBody>
          <a:bodyPr/>
          <a:lstStyle/>
          <a:p>
            <a:fld id="{8D0AFDD5-844D-364D-8AEC-50CF4D36D55D}" type="slidenum">
              <a:rPr lang="en-US" noProof="0" smtClean="0"/>
              <a:pPr/>
              <a:t>‹#›</a:t>
            </a:fld>
            <a:endParaRPr lang="en-US" noProof="0"/>
          </a:p>
        </p:txBody>
      </p:sp>
      <p:sp>
        <p:nvSpPr>
          <p:cNvPr id="4" name="Footer Placeholder 3">
            <a:extLst>
              <a:ext uri="{FF2B5EF4-FFF2-40B4-BE49-F238E27FC236}">
                <a16:creationId xmlns:a16="http://schemas.microsoft.com/office/drawing/2014/main" id="{46774F0D-57B5-C6EE-016C-501DC8D7E4F7}"/>
              </a:ext>
            </a:extLst>
          </p:cNvPr>
          <p:cNvSpPr>
            <a:spLocks noGrp="1"/>
          </p:cNvSpPr>
          <p:nvPr>
            <p:ph type="ftr" sz="quarter" idx="11"/>
          </p:nvPr>
        </p:nvSpPr>
        <p:spPr/>
        <p:txBody>
          <a:bodyPr/>
          <a:lstStyle/>
          <a:p>
            <a:r>
              <a:rPr lang="en-US" noProof="0"/>
              <a:t>Presentation title</a:t>
            </a:r>
          </a:p>
        </p:txBody>
      </p:sp>
      <p:sp>
        <p:nvSpPr>
          <p:cNvPr id="3" name="Date Placeholder 2">
            <a:extLst>
              <a:ext uri="{FF2B5EF4-FFF2-40B4-BE49-F238E27FC236}">
                <a16:creationId xmlns:a16="http://schemas.microsoft.com/office/drawing/2014/main" id="{5DF0D283-938B-8E26-1C43-DC3AD65091B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1890907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ntent">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CB1F4-E4E2-E27F-87D0-6DFE6637592C}"/>
              </a:ext>
            </a:extLst>
          </p:cNvPr>
          <p:cNvSpPr>
            <a:spLocks noGrp="1"/>
          </p:cNvSpPr>
          <p:nvPr>
            <p:ph type="title"/>
          </p:nvPr>
        </p:nvSpPr>
        <p:spPr/>
        <p:txBody>
          <a:bodyPr/>
          <a:lstStyle/>
          <a:p>
            <a:r>
              <a:rPr lang="en-US" noProof="0"/>
              <a:t>Click to edit Master title style</a:t>
            </a:r>
          </a:p>
        </p:txBody>
      </p:sp>
      <p:sp>
        <p:nvSpPr>
          <p:cNvPr id="7" name="Google Shape;1148;p53">
            <a:extLst>
              <a:ext uri="{FF2B5EF4-FFF2-40B4-BE49-F238E27FC236}">
                <a16:creationId xmlns:a16="http://schemas.microsoft.com/office/drawing/2014/main" id="{D76333E0-FAE0-3B63-28EE-BA834131593C}"/>
              </a:ext>
            </a:extLst>
          </p:cNvPr>
          <p:cNvSpPr/>
          <p:nvPr userDrawn="1"/>
        </p:nvSpPr>
        <p:spPr>
          <a:xfrm>
            <a:off x="8370942"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9" name="Google Shape;1148;p53">
            <a:extLst>
              <a:ext uri="{FF2B5EF4-FFF2-40B4-BE49-F238E27FC236}">
                <a16:creationId xmlns:a16="http://schemas.microsoft.com/office/drawing/2014/main" id="{1BF10461-2A6D-BD12-B1D7-5A73DDD367A8}"/>
              </a:ext>
            </a:extLst>
          </p:cNvPr>
          <p:cNvSpPr/>
          <p:nvPr userDrawn="1"/>
        </p:nvSpPr>
        <p:spPr>
          <a:xfrm>
            <a:off x="4599233"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8;p53">
            <a:extLst>
              <a:ext uri="{FF2B5EF4-FFF2-40B4-BE49-F238E27FC236}">
                <a16:creationId xmlns:a16="http://schemas.microsoft.com/office/drawing/2014/main" id="{B21F23CA-8996-2ED3-865E-9CBB7B3DEF01}"/>
              </a:ext>
            </a:extLst>
          </p:cNvPr>
          <p:cNvSpPr/>
          <p:nvPr userDrawn="1"/>
        </p:nvSpPr>
        <p:spPr>
          <a:xfrm>
            <a:off x="808072"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8" name="Text Placeholder 24">
            <a:extLst>
              <a:ext uri="{FF2B5EF4-FFF2-40B4-BE49-F238E27FC236}">
                <a16:creationId xmlns:a16="http://schemas.microsoft.com/office/drawing/2014/main" id="{BF16B1C6-54F0-43B5-701B-5ACB9DB37B75}"/>
              </a:ext>
            </a:extLst>
          </p:cNvPr>
          <p:cNvSpPr>
            <a:spLocks noGrp="1"/>
          </p:cNvSpPr>
          <p:nvPr>
            <p:ph type="body" sz="quarter" idx="14"/>
          </p:nvPr>
        </p:nvSpPr>
        <p:spPr>
          <a:xfrm>
            <a:off x="685800"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1" name="Content Placeholder 3">
            <a:extLst>
              <a:ext uri="{FF2B5EF4-FFF2-40B4-BE49-F238E27FC236}">
                <a16:creationId xmlns:a16="http://schemas.microsoft.com/office/drawing/2014/main" id="{86A122E7-1CF8-0AB9-3407-6E725320DC62}"/>
              </a:ext>
            </a:extLst>
          </p:cNvPr>
          <p:cNvSpPr>
            <a:spLocks noGrp="1"/>
          </p:cNvSpPr>
          <p:nvPr>
            <p:ph sz="half" idx="2"/>
          </p:nvPr>
        </p:nvSpPr>
        <p:spPr>
          <a:xfrm>
            <a:off x="932688"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9" name="Text Placeholder 24">
            <a:extLst>
              <a:ext uri="{FF2B5EF4-FFF2-40B4-BE49-F238E27FC236}">
                <a16:creationId xmlns:a16="http://schemas.microsoft.com/office/drawing/2014/main" id="{9B6C5E12-67C8-B5AA-FC61-A40F6C388F8B}"/>
              </a:ext>
            </a:extLst>
          </p:cNvPr>
          <p:cNvSpPr>
            <a:spLocks noGrp="1"/>
          </p:cNvSpPr>
          <p:nvPr>
            <p:ph type="body" sz="quarter" idx="16"/>
          </p:nvPr>
        </p:nvSpPr>
        <p:spPr>
          <a:xfrm>
            <a:off x="4480560"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2" name="Content Placeholder 3">
            <a:extLst>
              <a:ext uri="{FF2B5EF4-FFF2-40B4-BE49-F238E27FC236}">
                <a16:creationId xmlns:a16="http://schemas.microsoft.com/office/drawing/2014/main" id="{92BD99C3-C1A1-E89B-FB77-6221D2FBE9A6}"/>
              </a:ext>
            </a:extLst>
          </p:cNvPr>
          <p:cNvSpPr>
            <a:spLocks noGrp="1"/>
          </p:cNvSpPr>
          <p:nvPr>
            <p:ph sz="half" idx="13"/>
          </p:nvPr>
        </p:nvSpPr>
        <p:spPr>
          <a:xfrm>
            <a:off x="4715873"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0" name="Text Placeholder 24">
            <a:extLst>
              <a:ext uri="{FF2B5EF4-FFF2-40B4-BE49-F238E27FC236}">
                <a16:creationId xmlns:a16="http://schemas.microsoft.com/office/drawing/2014/main" id="{F5C0C473-4EA8-206C-EDC5-DAF92DC87E7B}"/>
              </a:ext>
            </a:extLst>
          </p:cNvPr>
          <p:cNvSpPr>
            <a:spLocks noGrp="1"/>
          </p:cNvSpPr>
          <p:nvPr>
            <p:ph type="body" sz="quarter" idx="19"/>
          </p:nvPr>
        </p:nvSpPr>
        <p:spPr>
          <a:xfrm>
            <a:off x="8247888"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3" name="Content Placeholder 3">
            <a:extLst>
              <a:ext uri="{FF2B5EF4-FFF2-40B4-BE49-F238E27FC236}">
                <a16:creationId xmlns:a16="http://schemas.microsoft.com/office/drawing/2014/main" id="{E3B2BF64-243E-E09B-24DD-86574712A72C}"/>
              </a:ext>
            </a:extLst>
          </p:cNvPr>
          <p:cNvSpPr>
            <a:spLocks noGrp="1"/>
          </p:cNvSpPr>
          <p:nvPr>
            <p:ph sz="half" idx="20"/>
          </p:nvPr>
        </p:nvSpPr>
        <p:spPr>
          <a:xfrm>
            <a:off x="8489914"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5" name="Slide Number Placeholder 4">
            <a:extLst>
              <a:ext uri="{FF2B5EF4-FFF2-40B4-BE49-F238E27FC236}">
                <a16:creationId xmlns:a16="http://schemas.microsoft.com/office/drawing/2014/main" id="{3A18DB23-E349-DF43-8126-A1F21B8C33C6}"/>
              </a:ext>
            </a:extLst>
          </p:cNvPr>
          <p:cNvSpPr>
            <a:spLocks noGrp="1"/>
          </p:cNvSpPr>
          <p:nvPr>
            <p:ph type="sldNum" sz="quarter" idx="12"/>
          </p:nvPr>
        </p:nvSpPr>
        <p:spPr/>
        <p:txBody>
          <a:bodyPr/>
          <a:lstStyle/>
          <a:p>
            <a:fld id="{8D0AFDD5-844D-364D-8AEC-50CF4D36D55D}" type="slidenum">
              <a:rPr lang="en-US" noProof="0" smtClean="0"/>
              <a:pPr/>
              <a:t>‹#›</a:t>
            </a:fld>
            <a:endParaRPr lang="en-US" noProof="0"/>
          </a:p>
        </p:txBody>
      </p:sp>
      <p:sp>
        <p:nvSpPr>
          <p:cNvPr id="4" name="Footer Placeholder 3">
            <a:extLst>
              <a:ext uri="{FF2B5EF4-FFF2-40B4-BE49-F238E27FC236}">
                <a16:creationId xmlns:a16="http://schemas.microsoft.com/office/drawing/2014/main" id="{46774F0D-57B5-C6EE-016C-501DC8D7E4F7}"/>
              </a:ext>
            </a:extLst>
          </p:cNvPr>
          <p:cNvSpPr>
            <a:spLocks noGrp="1"/>
          </p:cNvSpPr>
          <p:nvPr>
            <p:ph type="ftr" sz="quarter" idx="11"/>
          </p:nvPr>
        </p:nvSpPr>
        <p:spPr/>
        <p:txBody>
          <a:bodyPr/>
          <a:lstStyle/>
          <a:p>
            <a:r>
              <a:rPr lang="en-US" noProof="0"/>
              <a:t>Presentation title</a:t>
            </a:r>
          </a:p>
        </p:txBody>
      </p:sp>
      <p:sp>
        <p:nvSpPr>
          <p:cNvPr id="3" name="Date Placeholder 2">
            <a:extLst>
              <a:ext uri="{FF2B5EF4-FFF2-40B4-BE49-F238E27FC236}">
                <a16:creationId xmlns:a16="http://schemas.microsoft.com/office/drawing/2014/main" id="{5DF0D283-938B-8E26-1C43-DC3AD65091B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2483168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7" name="Google Shape;327;p33">
            <a:extLst>
              <a:ext uri="{FF2B5EF4-FFF2-40B4-BE49-F238E27FC236}">
                <a16:creationId xmlns:a16="http://schemas.microsoft.com/office/drawing/2014/main" id="{E7EB222B-6CF5-9486-E495-4BBCFBA5DEE9}"/>
              </a:ext>
            </a:extLst>
          </p:cNvPr>
          <p:cNvSpPr/>
          <p:nvPr userDrawn="1"/>
        </p:nvSpPr>
        <p:spPr>
          <a:xfrm>
            <a:off x="5400719" y="1198578"/>
            <a:ext cx="6114430" cy="4794575"/>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Google Shape;328;p33">
            <a:extLst>
              <a:ext uri="{FF2B5EF4-FFF2-40B4-BE49-F238E27FC236}">
                <a16:creationId xmlns:a16="http://schemas.microsoft.com/office/drawing/2014/main" id="{1FEBC754-F0A8-F9F6-F804-7081E078D8F5}"/>
              </a:ext>
            </a:extLst>
          </p:cNvPr>
          <p:cNvSpPr/>
          <p:nvPr userDrawn="1"/>
        </p:nvSpPr>
        <p:spPr>
          <a:xfrm>
            <a:off x="5196524" y="838200"/>
            <a:ext cx="6114430" cy="49149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4" name="Title 1">
            <a:extLst>
              <a:ext uri="{FF2B5EF4-FFF2-40B4-BE49-F238E27FC236}">
                <a16:creationId xmlns:a16="http://schemas.microsoft.com/office/drawing/2014/main" id="{A8F8B0E5-D249-4F2F-16F0-7A9A49B95D39}"/>
              </a:ext>
            </a:extLst>
          </p:cNvPr>
          <p:cNvSpPr>
            <a:spLocks noGrp="1"/>
          </p:cNvSpPr>
          <p:nvPr>
            <p:ph type="title"/>
          </p:nvPr>
        </p:nvSpPr>
        <p:spPr>
          <a:xfrm>
            <a:off x="5978024" y="1783080"/>
            <a:ext cx="4959821" cy="1162762"/>
          </a:xfrm>
        </p:spPr>
        <p:txBody>
          <a:bodyPr/>
          <a:lstStyle>
            <a:lvl1pPr algn="l">
              <a:lnSpc>
                <a:spcPct val="90000"/>
              </a:lnSpc>
              <a:defRPr/>
            </a:lvl1pPr>
          </a:lstStyle>
          <a:p>
            <a:r>
              <a:rPr lang="en-US" noProof="0"/>
              <a:t>Click to edit Master title style</a:t>
            </a:r>
          </a:p>
        </p:txBody>
      </p:sp>
      <p:sp>
        <p:nvSpPr>
          <p:cNvPr id="19" name="Picture Placeholder 18">
            <a:extLst>
              <a:ext uri="{FF2B5EF4-FFF2-40B4-BE49-F238E27FC236}">
                <a16:creationId xmlns:a16="http://schemas.microsoft.com/office/drawing/2014/main" id="{52CFE759-845E-6170-DB8C-EA3FA075BBC8}"/>
              </a:ext>
            </a:extLst>
          </p:cNvPr>
          <p:cNvSpPr>
            <a:spLocks noGrp="1"/>
          </p:cNvSpPr>
          <p:nvPr>
            <p:ph type="pic" sz="quarter" idx="13"/>
          </p:nvPr>
        </p:nvSpPr>
        <p:spPr>
          <a:xfrm>
            <a:off x="0" y="0"/>
            <a:ext cx="4351128" cy="6858000"/>
          </a:xfrm>
          <a:solidFill>
            <a:schemeClr val="accent5"/>
          </a:solidFill>
        </p:spPr>
        <p:txBody>
          <a:bodyPr anchor="ctr"/>
          <a:lstStyle>
            <a:lvl1pPr marL="0" indent="0" algn="ctr">
              <a:buNone/>
              <a:defRPr/>
            </a:lvl1pPr>
          </a:lstStyle>
          <a:p>
            <a:r>
              <a:rPr lang="en-US" noProof="0"/>
              <a:t>Click icon to add picture</a:t>
            </a:r>
          </a:p>
        </p:txBody>
      </p:sp>
      <p:sp>
        <p:nvSpPr>
          <p:cNvPr id="15" name="Content Placeholder 2">
            <a:extLst>
              <a:ext uri="{FF2B5EF4-FFF2-40B4-BE49-F238E27FC236}">
                <a16:creationId xmlns:a16="http://schemas.microsoft.com/office/drawing/2014/main" id="{77189B6C-4236-0B00-D585-EEE5183EC3B5}"/>
              </a:ext>
            </a:extLst>
          </p:cNvPr>
          <p:cNvSpPr>
            <a:spLocks noGrp="1"/>
          </p:cNvSpPr>
          <p:nvPr>
            <p:ph idx="1"/>
          </p:nvPr>
        </p:nvSpPr>
        <p:spPr>
          <a:xfrm>
            <a:off x="5961888" y="2944368"/>
            <a:ext cx="4818888" cy="2130552"/>
          </a:xfrm>
        </p:spPr>
        <p:txBody>
          <a:bodyPr/>
          <a:lstStyle>
            <a:lvl1pPr marL="0" indent="0">
              <a:lnSpc>
                <a:spcPct val="100000"/>
              </a:lnSpc>
              <a:spcBef>
                <a:spcPts val="0"/>
              </a:spcBef>
              <a:buNone/>
              <a:defRPr sz="1600"/>
            </a:lvl1pPr>
            <a:lvl2pPr>
              <a:defRPr sz="1400"/>
            </a:lvl2pPr>
            <a:lvl3pPr>
              <a:defRPr sz="1200"/>
            </a:lvl3pPr>
            <a:lvl4pPr>
              <a:defRPr sz="1100"/>
            </a:lvl4pPr>
            <a:lvl5pPr>
              <a:defRPr sz="1100"/>
            </a:lvl5pPr>
          </a:lstStyle>
          <a:p>
            <a:pPr lvl="0"/>
            <a:r>
              <a:rPr lang="en-US" noProof="0"/>
              <a:t>Click to edit Master text styles</a:t>
            </a:r>
          </a:p>
        </p:txBody>
      </p:sp>
      <p:sp>
        <p:nvSpPr>
          <p:cNvPr id="5" name="Slide Number Placeholder 4">
            <a:extLst>
              <a:ext uri="{FF2B5EF4-FFF2-40B4-BE49-F238E27FC236}">
                <a16:creationId xmlns:a16="http://schemas.microsoft.com/office/drawing/2014/main" id="{22D37E9B-F86D-C91D-23CC-19F188DE83F6}"/>
              </a:ext>
            </a:extLst>
          </p:cNvPr>
          <p:cNvSpPr>
            <a:spLocks noGrp="1"/>
          </p:cNvSpPr>
          <p:nvPr>
            <p:ph type="sldNum" sz="quarter" idx="12"/>
          </p:nvPr>
        </p:nvSpPr>
        <p:spPr>
          <a:xfrm>
            <a:off x="8072901" y="6400904"/>
            <a:ext cx="365760" cy="246888"/>
          </a:xfrm>
        </p:spPr>
        <p:txBody>
          <a:bodyPr/>
          <a:lstStyle/>
          <a:p>
            <a:fld id="{8D0AFDD5-844D-364D-8AEC-50CF4D36D55D}" type="slidenum">
              <a:rPr lang="en-US" noProof="0" smtClean="0"/>
              <a:pPr/>
              <a:t>‹#›</a:t>
            </a:fld>
            <a:endParaRPr lang="en-US" noProof="0"/>
          </a:p>
        </p:txBody>
      </p:sp>
      <p:cxnSp>
        <p:nvCxnSpPr>
          <p:cNvPr id="21" name="Straight Connector 20">
            <a:extLst>
              <a:ext uri="{FF2B5EF4-FFF2-40B4-BE49-F238E27FC236}">
                <a16:creationId xmlns:a16="http://schemas.microsoft.com/office/drawing/2014/main" id="{CB55B0F1-C1EF-3790-A994-C8C4BB61CCB9}"/>
              </a:ext>
            </a:extLst>
          </p:cNvPr>
          <p:cNvCxnSpPr>
            <a:cxnSpLocks/>
          </p:cNvCxnSpPr>
          <p:nvPr/>
        </p:nvCxnSpPr>
        <p:spPr>
          <a:xfrm>
            <a:off x="4351128" y="6532618"/>
            <a:ext cx="369308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D4F275B-2CE9-CD3C-081E-0B79C125257E}"/>
              </a:ext>
            </a:extLst>
          </p:cNvPr>
          <p:cNvCxnSpPr>
            <a:cxnSpLocks/>
          </p:cNvCxnSpPr>
          <p:nvPr/>
        </p:nvCxnSpPr>
        <p:spPr>
          <a:xfrm>
            <a:off x="8467344" y="6527001"/>
            <a:ext cx="3724656" cy="561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72312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chemeClr val="tx2"/>
        </a:solidFill>
        <a:effectLst/>
      </p:bgPr>
    </p:bg>
    <p:spTree>
      <p:nvGrpSpPr>
        <p:cNvPr id="1" name=""/>
        <p:cNvGrpSpPr/>
        <p:nvPr/>
      </p:nvGrpSpPr>
      <p:grpSpPr>
        <a:xfrm>
          <a:off x="0" y="0"/>
          <a:ext cx="0" cy="0"/>
          <a:chOff x="0" y="0"/>
          <a:chExt cx="0" cy="0"/>
        </a:xfrm>
      </p:grpSpPr>
      <p:sp>
        <p:nvSpPr>
          <p:cNvPr id="8" name="Google Shape;327;p33">
            <a:extLst>
              <a:ext uri="{FF2B5EF4-FFF2-40B4-BE49-F238E27FC236}">
                <a16:creationId xmlns:a16="http://schemas.microsoft.com/office/drawing/2014/main" id="{E09AA4F6-9CBF-53A8-8FE8-0BAB0E7DC989}"/>
              </a:ext>
            </a:extLst>
          </p:cNvPr>
          <p:cNvSpPr/>
          <p:nvPr userDrawn="1"/>
        </p:nvSpPr>
        <p:spPr>
          <a:xfrm>
            <a:off x="1062566" y="1161412"/>
            <a:ext cx="10221119" cy="483174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0" name="Google Shape;328;p33">
            <a:extLst>
              <a:ext uri="{FF2B5EF4-FFF2-40B4-BE49-F238E27FC236}">
                <a16:creationId xmlns:a16="http://schemas.microsoft.com/office/drawing/2014/main" id="{CBE4E0BD-29C0-46EA-4A2D-401DD12AEC12}"/>
              </a:ext>
            </a:extLst>
          </p:cNvPr>
          <p:cNvSpPr/>
          <p:nvPr userDrawn="1"/>
        </p:nvSpPr>
        <p:spPr>
          <a:xfrm>
            <a:off x="858371" y="800100"/>
            <a:ext cx="10221119" cy="49530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D27EDEC9-86BE-FDB1-3BAE-F5FF0934CA0A}"/>
              </a:ext>
            </a:extLst>
          </p:cNvPr>
          <p:cNvSpPr>
            <a:spLocks noGrp="1"/>
          </p:cNvSpPr>
          <p:nvPr>
            <p:ph type="ctrTitle"/>
          </p:nvPr>
        </p:nvSpPr>
        <p:spPr>
          <a:xfrm>
            <a:off x="1527048" y="1901952"/>
            <a:ext cx="4873752" cy="1709928"/>
          </a:xfrm>
        </p:spPr>
        <p:txBody>
          <a:bodyPr anchor="t">
            <a:noAutofit/>
          </a:bodyPr>
          <a:lstStyle>
            <a:lvl1pPr marL="0" indent="0" algn="l">
              <a:lnSpc>
                <a:spcPct val="90000"/>
              </a:lnSpc>
              <a:defRPr sz="6000"/>
            </a:lvl1pPr>
          </a:lstStyle>
          <a:p>
            <a:r>
              <a:rPr lang="en-US" noProof="0"/>
              <a:t>Click to edit Master title style</a:t>
            </a:r>
          </a:p>
        </p:txBody>
      </p:sp>
      <p:sp>
        <p:nvSpPr>
          <p:cNvPr id="3" name="Subtitle 2">
            <a:extLst>
              <a:ext uri="{FF2B5EF4-FFF2-40B4-BE49-F238E27FC236}">
                <a16:creationId xmlns:a16="http://schemas.microsoft.com/office/drawing/2014/main" id="{61EF6069-AEE4-3455-508E-4B9EE30F0CB8}"/>
              </a:ext>
            </a:extLst>
          </p:cNvPr>
          <p:cNvSpPr>
            <a:spLocks noGrp="1"/>
          </p:cNvSpPr>
          <p:nvPr>
            <p:ph type="subTitle" idx="1"/>
          </p:nvPr>
        </p:nvSpPr>
        <p:spPr>
          <a:xfrm>
            <a:off x="1527048" y="3108960"/>
            <a:ext cx="3913632" cy="1883664"/>
          </a:xfrm>
        </p:spPr>
        <p:txBody>
          <a:bodyPr>
            <a:noAutofit/>
          </a:bodyPr>
          <a:lstStyle>
            <a:lvl1pPr marL="0" indent="0" algn="l">
              <a:lnSpc>
                <a:spcPct val="100000"/>
              </a:lnSpc>
              <a:spcBef>
                <a:spcPts val="1000"/>
              </a:spcBef>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15" name="Picture Placeholder 13">
            <a:extLst>
              <a:ext uri="{FF2B5EF4-FFF2-40B4-BE49-F238E27FC236}">
                <a16:creationId xmlns:a16="http://schemas.microsoft.com/office/drawing/2014/main" id="{BEF410E3-CEC7-640A-C8FD-08419E6C3300}"/>
              </a:ext>
            </a:extLst>
          </p:cNvPr>
          <p:cNvSpPr>
            <a:spLocks noGrp="1"/>
          </p:cNvSpPr>
          <p:nvPr>
            <p:ph type="pic" sz="quarter" idx="10"/>
          </p:nvPr>
        </p:nvSpPr>
        <p:spPr>
          <a:xfrm>
            <a:off x="6443482" y="812292"/>
            <a:ext cx="4636008" cy="4928616"/>
          </a:xfr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800">
                <a:solidFill>
                  <a:schemeClr val="tx1"/>
                </a:solidFill>
              </a:defRPr>
            </a:lvl1pPr>
          </a:lstStyle>
          <a:p>
            <a:pPr marL="0" lvl="0" algn="ctr"/>
            <a:r>
              <a:rPr lang="en-US" noProof="0"/>
              <a:t>Click icon to add picture</a:t>
            </a:r>
          </a:p>
        </p:txBody>
      </p:sp>
    </p:spTree>
    <p:extLst>
      <p:ext uri="{BB962C8B-B14F-4D97-AF65-F5344CB8AC3E}">
        <p14:creationId xmlns:p14="http://schemas.microsoft.com/office/powerpoint/2010/main" val="702356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FABFF-AED1-441E-410D-E91E5B9EA6C0}"/>
              </a:ext>
            </a:extLst>
          </p:cNvPr>
          <p:cNvSpPr>
            <a:spLocks noGrp="1"/>
          </p:cNvSpPr>
          <p:nvPr>
            <p:ph type="title"/>
          </p:nvPr>
        </p:nvSpPr>
        <p:spPr/>
        <p:txBody>
          <a:bodyPr/>
          <a:lstStyle/>
          <a:p>
            <a:r>
              <a:rPr lang="en-US" noProof="0"/>
              <a:t>Click to edit Master title style</a:t>
            </a:r>
          </a:p>
        </p:txBody>
      </p:sp>
      <p:sp>
        <p:nvSpPr>
          <p:cNvPr id="5" name="Slide Number Placeholder 4">
            <a:extLst>
              <a:ext uri="{FF2B5EF4-FFF2-40B4-BE49-F238E27FC236}">
                <a16:creationId xmlns:a16="http://schemas.microsoft.com/office/drawing/2014/main" id="{A21D9EB3-189A-FE0F-8C95-73C3378150D7}"/>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4" name="Footer Placeholder 3">
            <a:extLst>
              <a:ext uri="{FF2B5EF4-FFF2-40B4-BE49-F238E27FC236}">
                <a16:creationId xmlns:a16="http://schemas.microsoft.com/office/drawing/2014/main" id="{7C680446-577A-69FB-646E-AF1DA4134A2C}"/>
              </a:ext>
            </a:extLst>
          </p:cNvPr>
          <p:cNvSpPr>
            <a:spLocks noGrp="1"/>
          </p:cNvSpPr>
          <p:nvPr>
            <p:ph type="ftr" sz="quarter" idx="11"/>
          </p:nvPr>
        </p:nvSpPr>
        <p:spPr/>
        <p:txBody>
          <a:bodyPr/>
          <a:lstStyle/>
          <a:p>
            <a:r>
              <a:rPr lang="en-US" noProof="0"/>
              <a:t>Presentation title</a:t>
            </a:r>
          </a:p>
        </p:txBody>
      </p:sp>
      <p:sp>
        <p:nvSpPr>
          <p:cNvPr id="3" name="Date Placeholder 2">
            <a:extLst>
              <a:ext uri="{FF2B5EF4-FFF2-40B4-BE49-F238E27FC236}">
                <a16:creationId xmlns:a16="http://schemas.microsoft.com/office/drawing/2014/main" id="{330E09C2-379A-DC94-A05D-1A629B3410E2}"/>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154343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4"/>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72A2AC-7ED9-922C-AFA3-C7474D933A2A}"/>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3" name="Footer Placeholder 2">
            <a:extLst>
              <a:ext uri="{FF2B5EF4-FFF2-40B4-BE49-F238E27FC236}">
                <a16:creationId xmlns:a16="http://schemas.microsoft.com/office/drawing/2014/main" id="{C0D73C7A-2028-226F-C1ED-1807BD3B92FC}"/>
              </a:ext>
            </a:extLst>
          </p:cNvPr>
          <p:cNvSpPr>
            <a:spLocks noGrp="1"/>
          </p:cNvSpPr>
          <p:nvPr>
            <p:ph type="ftr" sz="quarter" idx="11"/>
          </p:nvPr>
        </p:nvSpPr>
        <p:spPr/>
        <p:txBody>
          <a:bodyPr/>
          <a:lstStyle/>
          <a:p>
            <a:r>
              <a:rPr lang="en-US" noProof="0"/>
              <a:t>Presentation title</a:t>
            </a:r>
          </a:p>
        </p:txBody>
      </p:sp>
      <p:sp>
        <p:nvSpPr>
          <p:cNvPr id="2" name="Date Placeholder 1">
            <a:extLst>
              <a:ext uri="{FF2B5EF4-FFF2-40B4-BE49-F238E27FC236}">
                <a16:creationId xmlns:a16="http://schemas.microsoft.com/office/drawing/2014/main" id="{1925B8F9-3C91-FD08-87E3-6E39B35BCF9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3916245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94A45C-8F79-9A61-77E8-09BC4E628377}"/>
              </a:ext>
            </a:extLst>
          </p:cNvPr>
          <p:cNvSpPr>
            <a:spLocks noGrp="1"/>
          </p:cNvSpPr>
          <p:nvPr>
            <p:ph type="title"/>
          </p:nvPr>
        </p:nvSpPr>
        <p:spPr>
          <a:xfrm>
            <a:off x="1139952" y="512064"/>
            <a:ext cx="9912096" cy="1014984"/>
          </a:xfrm>
          <a:prstGeom prst="rect">
            <a:avLst/>
          </a:prstGeom>
        </p:spPr>
        <p:txBody>
          <a:bodyPr vert="horz" lIns="91440" tIns="45720" rIns="91440" bIns="4572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8646656E-6C21-DB29-00F0-0CC844DE3713}"/>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A7742D6-DB37-81C8-6BDD-5C9150A7DF6C}"/>
              </a:ext>
            </a:extLst>
          </p:cNvPr>
          <p:cNvSpPr>
            <a:spLocks noGrp="1"/>
          </p:cNvSpPr>
          <p:nvPr>
            <p:ph type="dt" sz="half" idx="2"/>
          </p:nvPr>
        </p:nvSpPr>
        <p:spPr>
          <a:xfrm>
            <a:off x="10629145" y="6400904"/>
            <a:ext cx="64008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r>
              <a:rPr lang="en-US" dirty="0"/>
              <a:t>20XX</a:t>
            </a:r>
          </a:p>
        </p:txBody>
      </p:sp>
      <p:sp>
        <p:nvSpPr>
          <p:cNvPr id="5" name="Footer Placeholder 4">
            <a:extLst>
              <a:ext uri="{FF2B5EF4-FFF2-40B4-BE49-F238E27FC236}">
                <a16:creationId xmlns:a16="http://schemas.microsoft.com/office/drawing/2014/main" id="{E694DB44-E775-B332-D1F0-40DB3A5FA3A3}"/>
              </a:ext>
            </a:extLst>
          </p:cNvPr>
          <p:cNvSpPr>
            <a:spLocks noGrp="1"/>
          </p:cNvSpPr>
          <p:nvPr>
            <p:ph type="ftr" sz="quarter" idx="3"/>
          </p:nvPr>
        </p:nvSpPr>
        <p:spPr>
          <a:xfrm>
            <a:off x="5364480" y="6400904"/>
            <a:ext cx="146304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r>
              <a:rPr lang="en-US" dirty="0"/>
              <a:t>Presentation title</a:t>
            </a:r>
          </a:p>
        </p:txBody>
      </p:sp>
      <p:sp>
        <p:nvSpPr>
          <p:cNvPr id="6" name="Slide Number Placeholder 5">
            <a:extLst>
              <a:ext uri="{FF2B5EF4-FFF2-40B4-BE49-F238E27FC236}">
                <a16:creationId xmlns:a16="http://schemas.microsoft.com/office/drawing/2014/main" id="{C39C1C4E-47DA-0CDC-75C8-42E9F1EBDE07}"/>
              </a:ext>
            </a:extLst>
          </p:cNvPr>
          <p:cNvSpPr>
            <a:spLocks noGrp="1"/>
          </p:cNvSpPr>
          <p:nvPr>
            <p:ph type="sldNum" sz="quarter" idx="4"/>
          </p:nvPr>
        </p:nvSpPr>
        <p:spPr>
          <a:xfrm>
            <a:off x="838200" y="6400904"/>
            <a:ext cx="36576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fld id="{8D0AFDD5-844D-364D-8AEC-50CF4D36D55D}" type="slidenum">
              <a:rPr lang="en-US" smtClean="0"/>
              <a:pPr/>
              <a:t>‹#›</a:t>
            </a:fld>
            <a:endParaRPr lang="en-US" dirty="0"/>
          </a:p>
        </p:txBody>
      </p:sp>
      <p:cxnSp>
        <p:nvCxnSpPr>
          <p:cNvPr id="8" name="Straight Connector 7">
            <a:extLst>
              <a:ext uri="{FF2B5EF4-FFF2-40B4-BE49-F238E27FC236}">
                <a16:creationId xmlns:a16="http://schemas.microsoft.com/office/drawing/2014/main" id="{2DE05079-2B34-E435-A882-A172DE176AE1}"/>
              </a:ext>
            </a:extLst>
          </p:cNvPr>
          <p:cNvCxnSpPr>
            <a:cxnSpLocks/>
          </p:cNvCxnSpPr>
          <p:nvPr userDrawn="1"/>
        </p:nvCxnSpPr>
        <p:spPr>
          <a:xfrm>
            <a:off x="0" y="6535885"/>
            <a:ext cx="838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8440547-EE65-F9CE-1D02-2D326735F06D}"/>
              </a:ext>
            </a:extLst>
          </p:cNvPr>
          <p:cNvCxnSpPr>
            <a:cxnSpLocks/>
          </p:cNvCxnSpPr>
          <p:nvPr userDrawn="1"/>
        </p:nvCxnSpPr>
        <p:spPr>
          <a:xfrm>
            <a:off x="1205025" y="6535885"/>
            <a:ext cx="416052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DB9DC65-7A98-9009-CD43-4A4B57960D46}"/>
              </a:ext>
            </a:extLst>
          </p:cNvPr>
          <p:cNvCxnSpPr>
            <a:cxnSpLocks/>
          </p:cNvCxnSpPr>
          <p:nvPr userDrawn="1"/>
        </p:nvCxnSpPr>
        <p:spPr>
          <a:xfrm>
            <a:off x="6802120" y="6528812"/>
            <a:ext cx="38404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4653D1C-9830-A9D3-084A-35BD971D10F5}"/>
              </a:ext>
            </a:extLst>
          </p:cNvPr>
          <p:cNvCxnSpPr>
            <a:cxnSpLocks/>
          </p:cNvCxnSpPr>
          <p:nvPr userDrawn="1"/>
        </p:nvCxnSpPr>
        <p:spPr>
          <a:xfrm>
            <a:off x="11276341" y="6528816"/>
            <a:ext cx="91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4252815"/>
      </p:ext>
    </p:extLst>
  </p:cSld>
  <p:clrMap bg1="lt1" tx1="dk1" bg2="lt2" tx2="dk2" accent1="accent1" accent2="accent2" accent3="accent3" accent4="accent4" accent5="accent5" accent6="accent6" hlink="hlink" folHlink="folHlink"/>
  <p:sldLayoutIdLst>
    <p:sldLayoutId id="2147483649" r:id="rId1"/>
    <p:sldLayoutId id="2147483659" r:id="rId2"/>
    <p:sldLayoutId id="2147483660" r:id="rId3"/>
    <p:sldLayoutId id="2147483651" r:id="rId4"/>
    <p:sldLayoutId id="2147483658" r:id="rId5"/>
    <p:sldLayoutId id="2147483661" r:id="rId6"/>
    <p:sldLayoutId id="2147483663" r:id="rId7"/>
    <p:sldLayoutId id="2147483664" r:id="rId8"/>
    <p:sldLayoutId id="2147483668" r:id="rId9"/>
    <p:sldLayoutId id="2147483662" r:id="rId10"/>
    <p:sldLayoutId id="2147483653" r:id="rId11"/>
    <p:sldLayoutId id="2147483669" r:id="rId12"/>
    <p:sldLayoutId id="2147483665" r:id="rId13"/>
    <p:sldLayoutId id="2147483666" r:id="rId14"/>
    <p:sldLayoutId id="2147483667" r:id="rId15"/>
    <p:sldLayoutId id="2147483654" r:id="rId16"/>
    <p:sldLayoutId id="2147483655" r:id="rId17"/>
  </p:sldLayoutIdLst>
  <p:hf hdr="0"/>
  <p:txStyles>
    <p:titleStyle>
      <a:lvl1pPr algn="ctr" defTabSz="914400" rtl="0" eaLnBrk="1" latinLnBrk="0" hangingPunct="1">
        <a:lnSpc>
          <a:spcPct val="10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libreshot.com/business-plan/" TargetMode="External"/><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hyperlink" Target="https://www.pexels.com/photo/coding-computer-data-depth-of-field-577585/" TargetMode="External"/><Relationship Id="rId2" Type="http://schemas.openxmlformats.org/officeDocument/2006/relationships/image" Target="../media/image3.jpe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A4F37AB6-4681-D744-2F89-2949D08676DC}"/>
              </a:ext>
            </a:extLst>
          </p:cNvPr>
          <p:cNvSpPr>
            <a:spLocks noGrp="1"/>
          </p:cNvSpPr>
          <p:nvPr>
            <p:ph type="ctrTitle"/>
          </p:nvPr>
        </p:nvSpPr>
        <p:spPr/>
        <p:txBody>
          <a:bodyPr/>
          <a:lstStyle/>
          <a:p>
            <a:r>
              <a:rPr lang="en-US" dirty="0"/>
              <a:t>No SQL (MongoDB) vs SQL</a:t>
            </a:r>
          </a:p>
        </p:txBody>
      </p:sp>
      <p:sp>
        <p:nvSpPr>
          <p:cNvPr id="26" name="Subtitle 25">
            <a:extLst>
              <a:ext uri="{FF2B5EF4-FFF2-40B4-BE49-F238E27FC236}">
                <a16:creationId xmlns:a16="http://schemas.microsoft.com/office/drawing/2014/main" id="{06930851-3EE7-5B25-F590-CCB7467A2094}"/>
              </a:ext>
            </a:extLst>
          </p:cNvPr>
          <p:cNvSpPr>
            <a:spLocks noGrp="1"/>
          </p:cNvSpPr>
          <p:nvPr>
            <p:ph type="subTitle" idx="1"/>
          </p:nvPr>
        </p:nvSpPr>
        <p:spPr/>
        <p:txBody>
          <a:bodyPr/>
          <a:lstStyle/>
          <a:p>
            <a:r>
              <a:rPr lang="en-US" dirty="0"/>
              <a:t>Irsyad Alaudin Hariono</a:t>
            </a:r>
          </a:p>
        </p:txBody>
      </p:sp>
      <p:pic>
        <p:nvPicPr>
          <p:cNvPr id="37" name="Picture Placeholder 36">
            <a:extLst>
              <a:ext uri="{FF2B5EF4-FFF2-40B4-BE49-F238E27FC236}">
                <a16:creationId xmlns:a16="http://schemas.microsoft.com/office/drawing/2014/main" id="{A19A6DDD-C216-2AAD-4F19-4A7B5929202A}"/>
              </a:ext>
            </a:extLst>
          </p:cNvPr>
          <p:cNvPicPr>
            <a:picLocks noGrp="1" noChangeAspect="1"/>
          </p:cNvPicPr>
          <p:nvPr>
            <p:ph type="pic" sz="quarter" idx="10"/>
          </p:nvPr>
        </p:nvPicPr>
        <p:blipFill>
          <a:blip r:embed="rId2">
            <a:extLst>
              <a:ext uri="{837473B0-CC2E-450A-ABE3-18F120FF3D39}">
                <a1611:picAttrSrcUrl xmlns:a1611="http://schemas.microsoft.com/office/drawing/2016/11/main" r:id="rId3"/>
              </a:ext>
            </a:extLst>
          </a:blip>
          <a:srcRect l="26148" r="26148"/>
          <a:stretch/>
        </p:blipFill>
        <p:spPr>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0970233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C3455A0B-8978-BEE6-8DE1-A51DAD574625}"/>
              </a:ext>
            </a:extLst>
          </p:cNvPr>
          <p:cNvSpPr/>
          <p:nvPr/>
        </p:nvSpPr>
        <p:spPr>
          <a:xfrm>
            <a:off x="0" y="-7112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itle 1">
            <a:extLst>
              <a:ext uri="{FF2B5EF4-FFF2-40B4-BE49-F238E27FC236}">
                <a16:creationId xmlns:a16="http://schemas.microsoft.com/office/drawing/2014/main" id="{830B3421-27E8-64F7-C72E-A20B3B5BFD28}"/>
              </a:ext>
            </a:extLst>
          </p:cNvPr>
          <p:cNvSpPr>
            <a:spLocks noGrp="1"/>
          </p:cNvSpPr>
          <p:nvPr>
            <p:ph type="title"/>
          </p:nvPr>
        </p:nvSpPr>
        <p:spPr>
          <a:xfrm>
            <a:off x="1139952" y="104991"/>
            <a:ext cx="9912096" cy="1014984"/>
          </a:xfrm>
        </p:spPr>
        <p:txBody>
          <a:bodyPr/>
          <a:lstStyle/>
          <a:p>
            <a:r>
              <a:rPr lang="en-US" dirty="0"/>
              <a:t>List of contents (page)</a:t>
            </a:r>
          </a:p>
        </p:txBody>
      </p:sp>
      <p:sp>
        <p:nvSpPr>
          <p:cNvPr id="15" name="Slide Number Placeholder 14" hidden="1">
            <a:extLst>
              <a:ext uri="{FF2B5EF4-FFF2-40B4-BE49-F238E27FC236}">
                <a16:creationId xmlns:a16="http://schemas.microsoft.com/office/drawing/2014/main" id="{9EB92BE4-4ECF-AA5A-EBFA-AC2DBA93582C}"/>
              </a:ext>
            </a:extLst>
          </p:cNvPr>
          <p:cNvSpPr>
            <a:spLocks noGrp="1"/>
          </p:cNvSpPr>
          <p:nvPr>
            <p:ph type="sldNum" sz="quarter" idx="12"/>
          </p:nvPr>
        </p:nvSpPr>
        <p:spPr/>
        <p:txBody>
          <a:bodyPr/>
          <a:lstStyle/>
          <a:p>
            <a:fld id="{8D0AFDD5-844D-364D-8AEC-50CF4D36D55D}" type="slidenum">
              <a:rPr lang="en-US" smtClean="0"/>
              <a:pPr/>
              <a:t>2</a:t>
            </a:fld>
            <a:endParaRPr lang="en-US" dirty="0"/>
          </a:p>
        </p:txBody>
      </p:sp>
      <p:sp>
        <p:nvSpPr>
          <p:cNvPr id="14" name="Footer Placeholder 13" hidden="1">
            <a:extLst>
              <a:ext uri="{FF2B5EF4-FFF2-40B4-BE49-F238E27FC236}">
                <a16:creationId xmlns:a16="http://schemas.microsoft.com/office/drawing/2014/main" id="{DE3B97B2-F540-9F02-5569-597A7E7B6E59}"/>
              </a:ext>
            </a:extLst>
          </p:cNvPr>
          <p:cNvSpPr>
            <a:spLocks noGrp="1"/>
          </p:cNvSpPr>
          <p:nvPr>
            <p:ph type="ftr" sz="quarter" idx="11"/>
          </p:nvPr>
        </p:nvSpPr>
        <p:spPr>
          <a:xfrm>
            <a:off x="4754880" y="6400904"/>
            <a:ext cx="1463040" cy="246888"/>
          </a:xfrm>
        </p:spPr>
        <p:txBody>
          <a:bodyPr/>
          <a:lstStyle/>
          <a:p>
            <a:r>
              <a:rPr lang="en-US" dirty="0"/>
              <a:t>GOMYCODE  checkpoint</a:t>
            </a:r>
          </a:p>
        </p:txBody>
      </p:sp>
      <p:sp>
        <p:nvSpPr>
          <p:cNvPr id="13" name="Date Placeholder 12" hidden="1">
            <a:extLst>
              <a:ext uri="{FF2B5EF4-FFF2-40B4-BE49-F238E27FC236}">
                <a16:creationId xmlns:a16="http://schemas.microsoft.com/office/drawing/2014/main" id="{8FA1C40B-4426-2DD0-CFB0-3E30E9C28215}"/>
              </a:ext>
            </a:extLst>
          </p:cNvPr>
          <p:cNvSpPr>
            <a:spLocks noGrp="1"/>
          </p:cNvSpPr>
          <p:nvPr>
            <p:ph type="dt" sz="half" idx="10"/>
          </p:nvPr>
        </p:nvSpPr>
        <p:spPr>
          <a:xfrm>
            <a:off x="9460745" y="6400904"/>
            <a:ext cx="640080" cy="246888"/>
          </a:xfrm>
        </p:spPr>
        <p:txBody>
          <a:bodyPr/>
          <a:lstStyle/>
          <a:p>
            <a:r>
              <a:rPr lang="en-US" dirty="0"/>
              <a:t>2023</a:t>
            </a:r>
          </a:p>
        </p:txBody>
      </p:sp>
      <p:sp>
        <p:nvSpPr>
          <p:cNvPr id="8" name="Text Placeholder 1">
            <a:extLst>
              <a:ext uri="{FF2B5EF4-FFF2-40B4-BE49-F238E27FC236}">
                <a16:creationId xmlns:a16="http://schemas.microsoft.com/office/drawing/2014/main" id="{06974E3C-F63F-9F93-EE35-CD5E465CD080}"/>
              </a:ext>
            </a:extLst>
          </p:cNvPr>
          <p:cNvSpPr>
            <a:spLocks noGrp="1"/>
          </p:cNvSpPr>
          <p:nvPr>
            <p:ph type="body" sz="quarter" idx="18"/>
          </p:nvPr>
        </p:nvSpPr>
        <p:spPr>
          <a:xfrm>
            <a:off x="271569" y="1223347"/>
            <a:ext cx="1774981" cy="725737"/>
          </a:xfrm>
        </p:spPr>
        <p:txBody>
          <a:bodyPr/>
          <a:lstStyle/>
          <a:p>
            <a:r>
              <a:rPr lang="en-US" dirty="0"/>
              <a:t>MongoDB </a:t>
            </a:r>
          </a:p>
          <a:p>
            <a:r>
              <a:rPr lang="en-US" dirty="0"/>
              <a:t>NoSQL</a:t>
            </a:r>
          </a:p>
          <a:p>
            <a:endParaRPr lang="en-US" dirty="0"/>
          </a:p>
        </p:txBody>
      </p:sp>
      <p:sp>
        <p:nvSpPr>
          <p:cNvPr id="27" name="Text Placeholder 1">
            <a:extLst>
              <a:ext uri="{FF2B5EF4-FFF2-40B4-BE49-F238E27FC236}">
                <a16:creationId xmlns:a16="http://schemas.microsoft.com/office/drawing/2014/main" id="{B867A82F-C509-B378-10A0-C4E3A83E4EBA}"/>
              </a:ext>
            </a:extLst>
          </p:cNvPr>
          <p:cNvSpPr txBox="1">
            <a:spLocks/>
          </p:cNvSpPr>
          <p:nvPr/>
        </p:nvSpPr>
        <p:spPr>
          <a:xfrm>
            <a:off x="454514" y="2199195"/>
            <a:ext cx="1478572" cy="1450667"/>
          </a:xfrm>
          <a:prstGeom prst="ellipse">
            <a:avLst/>
          </a:prstGeom>
          <a:solidFill>
            <a:schemeClr val="accent3">
              <a:lumMod val="20000"/>
              <a:lumOff val="80000"/>
            </a:schemeClr>
          </a:solidFill>
          <a:ln w="25400">
            <a:solidFill>
              <a:schemeClr val="tx1"/>
            </a:solid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5400" kern="1200">
                <a:solidFill>
                  <a:schemeClr val="bg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1</a:t>
            </a:r>
            <a:endParaRPr lang="en-US" dirty="0"/>
          </a:p>
        </p:txBody>
      </p:sp>
      <p:sp>
        <p:nvSpPr>
          <p:cNvPr id="28" name="Text Placeholder 1">
            <a:extLst>
              <a:ext uri="{FF2B5EF4-FFF2-40B4-BE49-F238E27FC236}">
                <a16:creationId xmlns:a16="http://schemas.microsoft.com/office/drawing/2014/main" id="{E0D0E094-3D34-3BEA-AA67-38ABC7822B14}"/>
              </a:ext>
            </a:extLst>
          </p:cNvPr>
          <p:cNvSpPr txBox="1">
            <a:spLocks/>
          </p:cNvSpPr>
          <p:nvPr/>
        </p:nvSpPr>
        <p:spPr>
          <a:xfrm>
            <a:off x="383394" y="2077275"/>
            <a:ext cx="1478572" cy="1450667"/>
          </a:xfrm>
          <a:prstGeom prst="ellipse">
            <a:avLst/>
          </a:prstGeom>
          <a:solidFill>
            <a:schemeClr val="accent3"/>
          </a:solidFill>
          <a:ln w="25400">
            <a:solidFill>
              <a:schemeClr val="tx1"/>
            </a:solid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5400" kern="1200">
                <a:solidFill>
                  <a:schemeClr val="bg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4</a:t>
            </a:r>
          </a:p>
        </p:txBody>
      </p:sp>
      <p:sp>
        <p:nvSpPr>
          <p:cNvPr id="42" name="Text Placeholder 1">
            <a:extLst>
              <a:ext uri="{FF2B5EF4-FFF2-40B4-BE49-F238E27FC236}">
                <a16:creationId xmlns:a16="http://schemas.microsoft.com/office/drawing/2014/main" id="{04F95784-CA14-BA87-D088-1D3D88E52146}"/>
              </a:ext>
            </a:extLst>
          </p:cNvPr>
          <p:cNvSpPr txBox="1">
            <a:spLocks/>
          </p:cNvSpPr>
          <p:nvPr/>
        </p:nvSpPr>
        <p:spPr>
          <a:xfrm>
            <a:off x="1336083" y="5226282"/>
            <a:ext cx="2478272" cy="725737"/>
          </a:xfrm>
          <a:prstGeom prst="rect">
            <a:avLst/>
          </a:prstGeom>
        </p:spPr>
        <p:txBody>
          <a:bodyPr vert="horz" lIns="91440" tIns="45720" rIns="91440" bIns="45720" rtlCol="0">
            <a:noAutofit/>
          </a:bodyPr>
          <a:lstStyle>
            <a:lvl1pPr marL="0" indent="0" algn="ctr" defTabSz="914400" rtl="0" eaLnBrk="1" latinLnBrk="0" hangingPunct="1">
              <a:lnSpc>
                <a:spcPct val="120000"/>
              </a:lnSpc>
              <a:spcBef>
                <a:spcPts val="0"/>
              </a:spcBef>
              <a:buFont typeface="Arial" panose="020B0604020202020204" pitchFamily="34" charset="0"/>
              <a:buNone/>
              <a:defRPr sz="20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err="1"/>
              <a:t>Adventages</a:t>
            </a:r>
            <a:r>
              <a:rPr lang="en-US" dirty="0"/>
              <a:t> and </a:t>
            </a:r>
            <a:r>
              <a:rPr lang="en-US" dirty="0" err="1"/>
              <a:t>disadventages</a:t>
            </a:r>
            <a:r>
              <a:rPr lang="en-US" dirty="0"/>
              <a:t> MongoDB</a:t>
            </a:r>
          </a:p>
          <a:p>
            <a:endParaRPr lang="en-US" dirty="0"/>
          </a:p>
        </p:txBody>
      </p:sp>
      <p:sp>
        <p:nvSpPr>
          <p:cNvPr id="43" name="Text Placeholder 1">
            <a:extLst>
              <a:ext uri="{FF2B5EF4-FFF2-40B4-BE49-F238E27FC236}">
                <a16:creationId xmlns:a16="http://schemas.microsoft.com/office/drawing/2014/main" id="{302EA402-64A3-8A73-D7F6-9540A30A216F}"/>
              </a:ext>
            </a:extLst>
          </p:cNvPr>
          <p:cNvSpPr txBox="1">
            <a:spLocks/>
          </p:cNvSpPr>
          <p:nvPr/>
        </p:nvSpPr>
        <p:spPr>
          <a:xfrm>
            <a:off x="1721339" y="3702770"/>
            <a:ext cx="1478572" cy="1450667"/>
          </a:xfrm>
          <a:prstGeom prst="ellipse">
            <a:avLst/>
          </a:prstGeom>
          <a:solidFill>
            <a:schemeClr val="accent3">
              <a:lumMod val="20000"/>
              <a:lumOff val="80000"/>
            </a:schemeClr>
          </a:solidFill>
          <a:ln w="25400">
            <a:solidFill>
              <a:schemeClr val="tx1"/>
            </a:solid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5400" kern="1200">
                <a:solidFill>
                  <a:schemeClr val="bg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1</a:t>
            </a:r>
            <a:endParaRPr lang="en-US" dirty="0"/>
          </a:p>
        </p:txBody>
      </p:sp>
      <p:sp>
        <p:nvSpPr>
          <p:cNvPr id="44" name="Text Placeholder 1">
            <a:extLst>
              <a:ext uri="{FF2B5EF4-FFF2-40B4-BE49-F238E27FC236}">
                <a16:creationId xmlns:a16="http://schemas.microsoft.com/office/drawing/2014/main" id="{610B55B7-1026-A298-DA59-1DA0DE3574DA}"/>
              </a:ext>
            </a:extLst>
          </p:cNvPr>
          <p:cNvSpPr txBox="1">
            <a:spLocks/>
          </p:cNvSpPr>
          <p:nvPr/>
        </p:nvSpPr>
        <p:spPr>
          <a:xfrm>
            <a:off x="1650219" y="3580850"/>
            <a:ext cx="1478572" cy="1450667"/>
          </a:xfrm>
          <a:prstGeom prst="ellipse">
            <a:avLst/>
          </a:prstGeom>
          <a:solidFill>
            <a:schemeClr val="accent3"/>
          </a:solidFill>
          <a:ln w="25400">
            <a:solidFill>
              <a:schemeClr val="tx1"/>
            </a:solid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5400" kern="1200">
                <a:solidFill>
                  <a:schemeClr val="bg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5</a:t>
            </a:r>
          </a:p>
        </p:txBody>
      </p:sp>
      <p:sp>
        <p:nvSpPr>
          <p:cNvPr id="45" name="Text Placeholder 1">
            <a:extLst>
              <a:ext uri="{FF2B5EF4-FFF2-40B4-BE49-F238E27FC236}">
                <a16:creationId xmlns:a16="http://schemas.microsoft.com/office/drawing/2014/main" id="{557FE133-2B8D-F564-139F-06F4A17AB314}"/>
              </a:ext>
            </a:extLst>
          </p:cNvPr>
          <p:cNvSpPr txBox="1">
            <a:spLocks/>
          </p:cNvSpPr>
          <p:nvPr/>
        </p:nvSpPr>
        <p:spPr>
          <a:xfrm>
            <a:off x="2795439" y="1256897"/>
            <a:ext cx="1774981" cy="725737"/>
          </a:xfrm>
          <a:prstGeom prst="rect">
            <a:avLst/>
          </a:prstGeom>
        </p:spPr>
        <p:txBody>
          <a:bodyPr vert="horz" lIns="91440" tIns="45720" rIns="91440" bIns="45720" rtlCol="0">
            <a:noAutofit/>
          </a:bodyPr>
          <a:lstStyle>
            <a:lvl1pPr marL="0" indent="0" algn="ctr" defTabSz="914400" rtl="0" eaLnBrk="1" latinLnBrk="0" hangingPunct="1">
              <a:lnSpc>
                <a:spcPct val="120000"/>
              </a:lnSpc>
              <a:spcBef>
                <a:spcPts val="0"/>
              </a:spcBef>
              <a:buFont typeface="Arial" panose="020B0604020202020204" pitchFamily="34" charset="0"/>
              <a:buNone/>
              <a:defRPr sz="20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MongoDB </a:t>
            </a:r>
          </a:p>
          <a:p>
            <a:r>
              <a:rPr lang="en-US" dirty="0"/>
              <a:t>types</a:t>
            </a:r>
          </a:p>
          <a:p>
            <a:endParaRPr lang="en-US" dirty="0"/>
          </a:p>
        </p:txBody>
      </p:sp>
      <p:sp>
        <p:nvSpPr>
          <p:cNvPr id="46" name="Text Placeholder 1">
            <a:extLst>
              <a:ext uri="{FF2B5EF4-FFF2-40B4-BE49-F238E27FC236}">
                <a16:creationId xmlns:a16="http://schemas.microsoft.com/office/drawing/2014/main" id="{EC4117D1-FCB3-C1CE-0E72-F51B51E3210F}"/>
              </a:ext>
            </a:extLst>
          </p:cNvPr>
          <p:cNvSpPr txBox="1">
            <a:spLocks/>
          </p:cNvSpPr>
          <p:nvPr/>
        </p:nvSpPr>
        <p:spPr>
          <a:xfrm>
            <a:off x="2978384" y="2212425"/>
            <a:ext cx="1478572" cy="1450667"/>
          </a:xfrm>
          <a:prstGeom prst="ellipse">
            <a:avLst/>
          </a:prstGeom>
          <a:solidFill>
            <a:schemeClr val="accent3">
              <a:lumMod val="20000"/>
              <a:lumOff val="80000"/>
            </a:schemeClr>
          </a:solidFill>
          <a:ln w="25400">
            <a:solidFill>
              <a:schemeClr val="tx1"/>
            </a:solid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5400" kern="1200">
                <a:solidFill>
                  <a:schemeClr val="bg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1</a:t>
            </a:r>
            <a:endParaRPr lang="en-US" dirty="0"/>
          </a:p>
        </p:txBody>
      </p:sp>
      <p:sp>
        <p:nvSpPr>
          <p:cNvPr id="47" name="Text Placeholder 1">
            <a:extLst>
              <a:ext uri="{FF2B5EF4-FFF2-40B4-BE49-F238E27FC236}">
                <a16:creationId xmlns:a16="http://schemas.microsoft.com/office/drawing/2014/main" id="{3D6A5B18-2770-1A2B-48DA-479D7406CF9D}"/>
              </a:ext>
            </a:extLst>
          </p:cNvPr>
          <p:cNvSpPr txBox="1">
            <a:spLocks/>
          </p:cNvSpPr>
          <p:nvPr/>
        </p:nvSpPr>
        <p:spPr>
          <a:xfrm>
            <a:off x="2907264" y="2090505"/>
            <a:ext cx="1478572" cy="1450667"/>
          </a:xfrm>
          <a:prstGeom prst="ellipse">
            <a:avLst/>
          </a:prstGeom>
          <a:solidFill>
            <a:schemeClr val="accent3"/>
          </a:solidFill>
          <a:ln w="25400">
            <a:solidFill>
              <a:schemeClr val="tx1"/>
            </a:solid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5400" kern="1200">
                <a:solidFill>
                  <a:schemeClr val="bg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6</a:t>
            </a:r>
          </a:p>
        </p:txBody>
      </p:sp>
      <p:sp>
        <p:nvSpPr>
          <p:cNvPr id="48" name="Text Placeholder 1">
            <a:extLst>
              <a:ext uri="{FF2B5EF4-FFF2-40B4-BE49-F238E27FC236}">
                <a16:creationId xmlns:a16="http://schemas.microsoft.com/office/drawing/2014/main" id="{752F3030-7BC4-93D8-A388-062FE4695AF9}"/>
              </a:ext>
            </a:extLst>
          </p:cNvPr>
          <p:cNvSpPr txBox="1">
            <a:spLocks/>
          </p:cNvSpPr>
          <p:nvPr/>
        </p:nvSpPr>
        <p:spPr>
          <a:xfrm>
            <a:off x="4074488" y="5298364"/>
            <a:ext cx="1837848" cy="725737"/>
          </a:xfrm>
          <a:prstGeom prst="rect">
            <a:avLst/>
          </a:prstGeom>
        </p:spPr>
        <p:txBody>
          <a:bodyPr vert="horz" lIns="91440" tIns="45720" rIns="91440" bIns="45720" rtlCol="0">
            <a:noAutofit/>
          </a:bodyPr>
          <a:lstStyle>
            <a:lvl1pPr marL="0" indent="0" algn="ctr" defTabSz="914400" rtl="0" eaLnBrk="1" latinLnBrk="0" hangingPunct="1">
              <a:lnSpc>
                <a:spcPct val="120000"/>
              </a:lnSpc>
              <a:spcBef>
                <a:spcPts val="0"/>
              </a:spcBef>
              <a:buFont typeface="Arial" panose="020B0604020202020204" pitchFamily="34" charset="0"/>
              <a:buNone/>
              <a:defRPr sz="20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MongoDB </a:t>
            </a:r>
          </a:p>
          <a:p>
            <a:r>
              <a:rPr lang="en-US" dirty="0" err="1"/>
              <a:t>funcionalities</a:t>
            </a:r>
            <a:endParaRPr lang="en-US" dirty="0"/>
          </a:p>
        </p:txBody>
      </p:sp>
      <p:sp>
        <p:nvSpPr>
          <p:cNvPr id="49" name="Text Placeholder 1">
            <a:extLst>
              <a:ext uri="{FF2B5EF4-FFF2-40B4-BE49-F238E27FC236}">
                <a16:creationId xmlns:a16="http://schemas.microsoft.com/office/drawing/2014/main" id="{F34CA5B6-51A2-F75F-4EA7-8E868820A4E8}"/>
              </a:ext>
            </a:extLst>
          </p:cNvPr>
          <p:cNvSpPr txBox="1">
            <a:spLocks/>
          </p:cNvSpPr>
          <p:nvPr/>
        </p:nvSpPr>
        <p:spPr>
          <a:xfrm>
            <a:off x="4257433" y="3774852"/>
            <a:ext cx="1478572" cy="1450667"/>
          </a:xfrm>
          <a:prstGeom prst="ellipse">
            <a:avLst/>
          </a:prstGeom>
          <a:solidFill>
            <a:schemeClr val="accent3">
              <a:lumMod val="20000"/>
              <a:lumOff val="80000"/>
            </a:schemeClr>
          </a:solidFill>
          <a:ln w="25400">
            <a:solidFill>
              <a:schemeClr val="tx1"/>
            </a:solid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5400" kern="1200">
                <a:solidFill>
                  <a:schemeClr val="bg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1</a:t>
            </a:r>
            <a:endParaRPr lang="en-US" dirty="0"/>
          </a:p>
        </p:txBody>
      </p:sp>
      <p:sp>
        <p:nvSpPr>
          <p:cNvPr id="50" name="Text Placeholder 1">
            <a:extLst>
              <a:ext uri="{FF2B5EF4-FFF2-40B4-BE49-F238E27FC236}">
                <a16:creationId xmlns:a16="http://schemas.microsoft.com/office/drawing/2014/main" id="{FFF842F0-00EA-BD2E-7C13-66129FC5350D}"/>
              </a:ext>
            </a:extLst>
          </p:cNvPr>
          <p:cNvSpPr txBox="1">
            <a:spLocks/>
          </p:cNvSpPr>
          <p:nvPr/>
        </p:nvSpPr>
        <p:spPr>
          <a:xfrm>
            <a:off x="4186313" y="3652932"/>
            <a:ext cx="1478572" cy="1450667"/>
          </a:xfrm>
          <a:prstGeom prst="ellipse">
            <a:avLst/>
          </a:prstGeom>
          <a:solidFill>
            <a:schemeClr val="accent3"/>
          </a:solidFill>
          <a:ln w="25400">
            <a:solidFill>
              <a:schemeClr val="tx1"/>
            </a:solid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5400" kern="1200">
                <a:solidFill>
                  <a:schemeClr val="bg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7</a:t>
            </a:r>
          </a:p>
        </p:txBody>
      </p:sp>
      <p:sp>
        <p:nvSpPr>
          <p:cNvPr id="52" name="Text Placeholder 1">
            <a:extLst>
              <a:ext uri="{FF2B5EF4-FFF2-40B4-BE49-F238E27FC236}">
                <a16:creationId xmlns:a16="http://schemas.microsoft.com/office/drawing/2014/main" id="{13FB4EDB-BE41-3628-999F-D572C8421641}"/>
              </a:ext>
            </a:extLst>
          </p:cNvPr>
          <p:cNvSpPr txBox="1">
            <a:spLocks/>
          </p:cNvSpPr>
          <p:nvPr/>
        </p:nvSpPr>
        <p:spPr>
          <a:xfrm>
            <a:off x="5542704" y="2212425"/>
            <a:ext cx="1478572" cy="1450667"/>
          </a:xfrm>
          <a:prstGeom prst="ellipse">
            <a:avLst/>
          </a:prstGeom>
          <a:solidFill>
            <a:schemeClr val="accent3">
              <a:lumMod val="20000"/>
              <a:lumOff val="80000"/>
            </a:schemeClr>
          </a:solidFill>
          <a:ln w="25400">
            <a:solidFill>
              <a:schemeClr val="tx1"/>
            </a:solid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5400" kern="1200">
                <a:solidFill>
                  <a:schemeClr val="bg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1</a:t>
            </a:r>
            <a:endParaRPr lang="en-US" dirty="0"/>
          </a:p>
        </p:txBody>
      </p:sp>
      <p:sp>
        <p:nvSpPr>
          <p:cNvPr id="53" name="Text Placeholder 1">
            <a:extLst>
              <a:ext uri="{FF2B5EF4-FFF2-40B4-BE49-F238E27FC236}">
                <a16:creationId xmlns:a16="http://schemas.microsoft.com/office/drawing/2014/main" id="{DFEE9542-D4EB-B48F-FAAC-E2471A74F0D5}"/>
              </a:ext>
            </a:extLst>
          </p:cNvPr>
          <p:cNvSpPr txBox="1">
            <a:spLocks/>
          </p:cNvSpPr>
          <p:nvPr/>
        </p:nvSpPr>
        <p:spPr>
          <a:xfrm>
            <a:off x="5471584" y="2090505"/>
            <a:ext cx="1478572" cy="1450667"/>
          </a:xfrm>
          <a:prstGeom prst="ellipse">
            <a:avLst/>
          </a:prstGeom>
          <a:solidFill>
            <a:schemeClr val="accent3"/>
          </a:solidFill>
          <a:ln w="25400">
            <a:solidFill>
              <a:schemeClr val="tx1"/>
            </a:solid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5400" kern="1200">
                <a:solidFill>
                  <a:schemeClr val="bg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9</a:t>
            </a:r>
          </a:p>
        </p:txBody>
      </p:sp>
      <p:sp>
        <p:nvSpPr>
          <p:cNvPr id="54" name="Text Placeholder 1">
            <a:extLst>
              <a:ext uri="{FF2B5EF4-FFF2-40B4-BE49-F238E27FC236}">
                <a16:creationId xmlns:a16="http://schemas.microsoft.com/office/drawing/2014/main" id="{9BF0AFFF-1AE9-EBB6-0224-16D2162209A2}"/>
              </a:ext>
            </a:extLst>
          </p:cNvPr>
          <p:cNvSpPr txBox="1">
            <a:spLocks/>
          </p:cNvSpPr>
          <p:nvPr/>
        </p:nvSpPr>
        <p:spPr>
          <a:xfrm>
            <a:off x="6224503" y="5298364"/>
            <a:ext cx="2478272" cy="725737"/>
          </a:xfrm>
          <a:prstGeom prst="rect">
            <a:avLst/>
          </a:prstGeom>
        </p:spPr>
        <p:txBody>
          <a:bodyPr vert="horz" lIns="91440" tIns="45720" rIns="91440" bIns="45720" rtlCol="0">
            <a:noAutofit/>
          </a:bodyPr>
          <a:lstStyle>
            <a:lvl1pPr marL="0" indent="0" algn="ctr" defTabSz="914400" rtl="0" eaLnBrk="1" latinLnBrk="0" hangingPunct="1">
              <a:lnSpc>
                <a:spcPct val="120000"/>
              </a:lnSpc>
              <a:spcBef>
                <a:spcPts val="0"/>
              </a:spcBef>
              <a:buFont typeface="Arial" panose="020B0604020202020204" pitchFamily="34" charset="0"/>
              <a:buNone/>
              <a:defRPr sz="20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err="1"/>
              <a:t>Adventages</a:t>
            </a:r>
            <a:r>
              <a:rPr lang="en-US" dirty="0"/>
              <a:t> and </a:t>
            </a:r>
            <a:r>
              <a:rPr lang="en-US" dirty="0" err="1"/>
              <a:t>disadventages</a:t>
            </a:r>
            <a:r>
              <a:rPr lang="en-US" dirty="0"/>
              <a:t> SQL</a:t>
            </a:r>
          </a:p>
          <a:p>
            <a:endParaRPr lang="en-US" dirty="0"/>
          </a:p>
        </p:txBody>
      </p:sp>
      <p:sp>
        <p:nvSpPr>
          <p:cNvPr id="55" name="Text Placeholder 1">
            <a:extLst>
              <a:ext uri="{FF2B5EF4-FFF2-40B4-BE49-F238E27FC236}">
                <a16:creationId xmlns:a16="http://schemas.microsoft.com/office/drawing/2014/main" id="{B529D0B9-A58A-300D-02C1-E2162F7723DE}"/>
              </a:ext>
            </a:extLst>
          </p:cNvPr>
          <p:cNvSpPr txBox="1">
            <a:spLocks/>
          </p:cNvSpPr>
          <p:nvPr/>
        </p:nvSpPr>
        <p:spPr>
          <a:xfrm>
            <a:off x="6742728" y="3774852"/>
            <a:ext cx="1478572" cy="1450667"/>
          </a:xfrm>
          <a:prstGeom prst="ellipse">
            <a:avLst/>
          </a:prstGeom>
          <a:solidFill>
            <a:schemeClr val="accent3">
              <a:lumMod val="20000"/>
              <a:lumOff val="80000"/>
            </a:schemeClr>
          </a:solidFill>
          <a:ln w="25400">
            <a:solidFill>
              <a:schemeClr val="tx1"/>
            </a:solid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5400" kern="1200">
                <a:solidFill>
                  <a:schemeClr val="bg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1</a:t>
            </a:r>
            <a:endParaRPr lang="en-US" dirty="0"/>
          </a:p>
        </p:txBody>
      </p:sp>
      <p:sp>
        <p:nvSpPr>
          <p:cNvPr id="56" name="Text Placeholder 1">
            <a:extLst>
              <a:ext uri="{FF2B5EF4-FFF2-40B4-BE49-F238E27FC236}">
                <a16:creationId xmlns:a16="http://schemas.microsoft.com/office/drawing/2014/main" id="{4AD2DB85-06F0-31B5-FADA-2B53EE67FF8F}"/>
              </a:ext>
            </a:extLst>
          </p:cNvPr>
          <p:cNvSpPr txBox="1">
            <a:spLocks/>
          </p:cNvSpPr>
          <p:nvPr/>
        </p:nvSpPr>
        <p:spPr>
          <a:xfrm>
            <a:off x="6671608" y="3652932"/>
            <a:ext cx="1478572" cy="1450667"/>
          </a:xfrm>
          <a:prstGeom prst="ellipse">
            <a:avLst/>
          </a:prstGeom>
          <a:solidFill>
            <a:schemeClr val="accent3"/>
          </a:solidFill>
          <a:ln w="25400">
            <a:solidFill>
              <a:schemeClr val="tx1"/>
            </a:solid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5400" kern="1200">
                <a:solidFill>
                  <a:schemeClr val="bg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10</a:t>
            </a:r>
          </a:p>
        </p:txBody>
      </p:sp>
      <p:sp>
        <p:nvSpPr>
          <p:cNvPr id="58" name="Text Placeholder 1">
            <a:extLst>
              <a:ext uri="{FF2B5EF4-FFF2-40B4-BE49-F238E27FC236}">
                <a16:creationId xmlns:a16="http://schemas.microsoft.com/office/drawing/2014/main" id="{1B224E19-637F-12C1-194C-4DD298C8E6D9}"/>
              </a:ext>
            </a:extLst>
          </p:cNvPr>
          <p:cNvSpPr txBox="1">
            <a:spLocks/>
          </p:cNvSpPr>
          <p:nvPr/>
        </p:nvSpPr>
        <p:spPr>
          <a:xfrm>
            <a:off x="7997520" y="2162587"/>
            <a:ext cx="1478572" cy="1450667"/>
          </a:xfrm>
          <a:prstGeom prst="ellipse">
            <a:avLst/>
          </a:prstGeom>
          <a:solidFill>
            <a:schemeClr val="accent3">
              <a:lumMod val="20000"/>
              <a:lumOff val="80000"/>
            </a:schemeClr>
          </a:solidFill>
          <a:ln w="25400">
            <a:solidFill>
              <a:schemeClr val="tx1"/>
            </a:solid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5400" kern="1200">
                <a:solidFill>
                  <a:schemeClr val="bg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1</a:t>
            </a:r>
            <a:endParaRPr lang="en-US" dirty="0"/>
          </a:p>
        </p:txBody>
      </p:sp>
      <p:sp>
        <p:nvSpPr>
          <p:cNvPr id="59" name="Text Placeholder 1">
            <a:extLst>
              <a:ext uri="{FF2B5EF4-FFF2-40B4-BE49-F238E27FC236}">
                <a16:creationId xmlns:a16="http://schemas.microsoft.com/office/drawing/2014/main" id="{159FD0C8-7C29-EC6C-0C38-CE88B9CDCFEB}"/>
              </a:ext>
            </a:extLst>
          </p:cNvPr>
          <p:cNvSpPr txBox="1">
            <a:spLocks/>
          </p:cNvSpPr>
          <p:nvPr/>
        </p:nvSpPr>
        <p:spPr>
          <a:xfrm>
            <a:off x="7926400" y="2040667"/>
            <a:ext cx="1478572" cy="1450667"/>
          </a:xfrm>
          <a:prstGeom prst="ellipse">
            <a:avLst/>
          </a:prstGeom>
          <a:solidFill>
            <a:schemeClr val="accent3"/>
          </a:solidFill>
          <a:ln w="25400">
            <a:solidFill>
              <a:schemeClr val="tx1"/>
            </a:solid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5400" kern="1200">
                <a:solidFill>
                  <a:schemeClr val="bg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11</a:t>
            </a:r>
          </a:p>
        </p:txBody>
      </p:sp>
      <p:sp>
        <p:nvSpPr>
          <p:cNvPr id="63" name="Text Placeholder 1">
            <a:extLst>
              <a:ext uri="{FF2B5EF4-FFF2-40B4-BE49-F238E27FC236}">
                <a16:creationId xmlns:a16="http://schemas.microsoft.com/office/drawing/2014/main" id="{CAB60BDC-7DA9-CB8A-0452-92DE2BB0973D}"/>
              </a:ext>
            </a:extLst>
          </p:cNvPr>
          <p:cNvSpPr txBox="1">
            <a:spLocks/>
          </p:cNvSpPr>
          <p:nvPr/>
        </p:nvSpPr>
        <p:spPr>
          <a:xfrm>
            <a:off x="8832062" y="5256751"/>
            <a:ext cx="2478272" cy="725737"/>
          </a:xfrm>
          <a:prstGeom prst="rect">
            <a:avLst/>
          </a:prstGeom>
        </p:spPr>
        <p:txBody>
          <a:bodyPr vert="horz" lIns="91440" tIns="45720" rIns="91440" bIns="45720" rtlCol="0">
            <a:noAutofit/>
          </a:bodyPr>
          <a:lstStyle>
            <a:lvl1pPr marL="0" indent="0" algn="ctr" defTabSz="914400" rtl="0" eaLnBrk="1" latinLnBrk="0" hangingPunct="1">
              <a:lnSpc>
                <a:spcPct val="120000"/>
              </a:lnSpc>
              <a:spcBef>
                <a:spcPts val="0"/>
              </a:spcBef>
              <a:buFont typeface="Arial" panose="020B0604020202020204" pitchFamily="34" charset="0"/>
              <a:buNone/>
              <a:defRPr sz="20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SQL </a:t>
            </a:r>
            <a:r>
              <a:rPr lang="en-US" dirty="0" err="1"/>
              <a:t>funcionalities</a:t>
            </a:r>
            <a:endParaRPr lang="en-US" dirty="0"/>
          </a:p>
          <a:p>
            <a:endParaRPr lang="en-US" dirty="0"/>
          </a:p>
        </p:txBody>
      </p:sp>
      <p:sp>
        <p:nvSpPr>
          <p:cNvPr id="64" name="Text Placeholder 1">
            <a:extLst>
              <a:ext uri="{FF2B5EF4-FFF2-40B4-BE49-F238E27FC236}">
                <a16:creationId xmlns:a16="http://schemas.microsoft.com/office/drawing/2014/main" id="{46FE90A9-905D-8E0C-9F29-2CDAC2F1A622}"/>
              </a:ext>
            </a:extLst>
          </p:cNvPr>
          <p:cNvSpPr txBox="1">
            <a:spLocks/>
          </p:cNvSpPr>
          <p:nvPr/>
        </p:nvSpPr>
        <p:spPr>
          <a:xfrm>
            <a:off x="9350287" y="3733239"/>
            <a:ext cx="1478572" cy="1450667"/>
          </a:xfrm>
          <a:prstGeom prst="ellipse">
            <a:avLst/>
          </a:prstGeom>
          <a:solidFill>
            <a:schemeClr val="accent3">
              <a:lumMod val="20000"/>
              <a:lumOff val="80000"/>
            </a:schemeClr>
          </a:solidFill>
          <a:ln w="25400">
            <a:solidFill>
              <a:schemeClr val="tx1"/>
            </a:solid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5400" kern="1200">
                <a:solidFill>
                  <a:schemeClr val="bg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1</a:t>
            </a:r>
            <a:endParaRPr lang="en-US" dirty="0"/>
          </a:p>
        </p:txBody>
      </p:sp>
      <p:sp>
        <p:nvSpPr>
          <p:cNvPr id="65" name="Text Placeholder 1">
            <a:extLst>
              <a:ext uri="{FF2B5EF4-FFF2-40B4-BE49-F238E27FC236}">
                <a16:creationId xmlns:a16="http://schemas.microsoft.com/office/drawing/2014/main" id="{A3D7F503-5D63-E684-4886-BE7582CAAA64}"/>
              </a:ext>
            </a:extLst>
          </p:cNvPr>
          <p:cNvSpPr txBox="1">
            <a:spLocks/>
          </p:cNvSpPr>
          <p:nvPr/>
        </p:nvSpPr>
        <p:spPr>
          <a:xfrm>
            <a:off x="9279167" y="3611319"/>
            <a:ext cx="1478572" cy="1450667"/>
          </a:xfrm>
          <a:prstGeom prst="ellipse">
            <a:avLst/>
          </a:prstGeom>
          <a:solidFill>
            <a:schemeClr val="accent3"/>
          </a:solidFill>
          <a:ln w="25400">
            <a:solidFill>
              <a:schemeClr val="tx1"/>
            </a:solid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5400" kern="1200">
                <a:solidFill>
                  <a:schemeClr val="bg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12</a:t>
            </a:r>
          </a:p>
        </p:txBody>
      </p:sp>
      <p:sp>
        <p:nvSpPr>
          <p:cNvPr id="70" name="Text Placeholder 1">
            <a:extLst>
              <a:ext uri="{FF2B5EF4-FFF2-40B4-BE49-F238E27FC236}">
                <a16:creationId xmlns:a16="http://schemas.microsoft.com/office/drawing/2014/main" id="{79315965-8934-A4F8-1741-F4EA52A513DB}"/>
              </a:ext>
            </a:extLst>
          </p:cNvPr>
          <p:cNvSpPr txBox="1">
            <a:spLocks/>
          </p:cNvSpPr>
          <p:nvPr/>
        </p:nvSpPr>
        <p:spPr>
          <a:xfrm>
            <a:off x="10325384" y="2199195"/>
            <a:ext cx="1478572" cy="1450667"/>
          </a:xfrm>
          <a:prstGeom prst="ellipse">
            <a:avLst/>
          </a:prstGeom>
          <a:solidFill>
            <a:schemeClr val="accent3">
              <a:lumMod val="20000"/>
              <a:lumOff val="80000"/>
            </a:schemeClr>
          </a:solidFill>
          <a:ln w="25400">
            <a:solidFill>
              <a:schemeClr val="tx1"/>
            </a:solid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5400" kern="1200">
                <a:solidFill>
                  <a:schemeClr val="bg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1</a:t>
            </a:r>
            <a:endParaRPr lang="en-US" dirty="0"/>
          </a:p>
        </p:txBody>
      </p:sp>
      <p:sp>
        <p:nvSpPr>
          <p:cNvPr id="71" name="Text Placeholder 1">
            <a:extLst>
              <a:ext uri="{FF2B5EF4-FFF2-40B4-BE49-F238E27FC236}">
                <a16:creationId xmlns:a16="http://schemas.microsoft.com/office/drawing/2014/main" id="{124D8860-B70B-C89E-5BE1-A2E26635418C}"/>
              </a:ext>
            </a:extLst>
          </p:cNvPr>
          <p:cNvSpPr txBox="1">
            <a:spLocks/>
          </p:cNvSpPr>
          <p:nvPr/>
        </p:nvSpPr>
        <p:spPr>
          <a:xfrm>
            <a:off x="10254264" y="2077275"/>
            <a:ext cx="1478572" cy="1450667"/>
          </a:xfrm>
          <a:prstGeom prst="ellipse">
            <a:avLst/>
          </a:prstGeom>
          <a:solidFill>
            <a:schemeClr val="accent3"/>
          </a:solidFill>
          <a:ln w="25400">
            <a:solidFill>
              <a:schemeClr val="tx1"/>
            </a:solid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5400" kern="1200">
                <a:solidFill>
                  <a:schemeClr val="bg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13</a:t>
            </a:r>
          </a:p>
        </p:txBody>
      </p:sp>
      <p:sp>
        <p:nvSpPr>
          <p:cNvPr id="72" name="Text Placeholder 1">
            <a:extLst>
              <a:ext uri="{FF2B5EF4-FFF2-40B4-BE49-F238E27FC236}">
                <a16:creationId xmlns:a16="http://schemas.microsoft.com/office/drawing/2014/main" id="{4384A970-D0E2-6081-466F-B5429D04EEB5}"/>
              </a:ext>
            </a:extLst>
          </p:cNvPr>
          <p:cNvSpPr txBox="1">
            <a:spLocks/>
          </p:cNvSpPr>
          <p:nvPr/>
        </p:nvSpPr>
        <p:spPr>
          <a:xfrm>
            <a:off x="5325956" y="1490889"/>
            <a:ext cx="1774981" cy="522225"/>
          </a:xfrm>
          <a:prstGeom prst="rect">
            <a:avLst/>
          </a:prstGeom>
        </p:spPr>
        <p:txBody>
          <a:bodyPr vert="horz" lIns="91440" tIns="45720" rIns="91440" bIns="45720" rtlCol="0">
            <a:noAutofit/>
          </a:bodyPr>
          <a:lstStyle>
            <a:lvl1pPr marL="0" indent="0" algn="ctr" defTabSz="914400" rtl="0" eaLnBrk="1" latinLnBrk="0" hangingPunct="1">
              <a:lnSpc>
                <a:spcPct val="120000"/>
              </a:lnSpc>
              <a:spcBef>
                <a:spcPts val="0"/>
              </a:spcBef>
              <a:buFont typeface="Arial" panose="020B0604020202020204" pitchFamily="34" charset="0"/>
              <a:buNone/>
              <a:defRPr sz="20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SQL</a:t>
            </a:r>
          </a:p>
          <a:p>
            <a:endParaRPr lang="en-US" dirty="0"/>
          </a:p>
        </p:txBody>
      </p:sp>
      <p:sp>
        <p:nvSpPr>
          <p:cNvPr id="73" name="Text Placeholder 1">
            <a:extLst>
              <a:ext uri="{FF2B5EF4-FFF2-40B4-BE49-F238E27FC236}">
                <a16:creationId xmlns:a16="http://schemas.microsoft.com/office/drawing/2014/main" id="{87C2B20A-E582-0420-8FDF-F09542D4AB1F}"/>
              </a:ext>
            </a:extLst>
          </p:cNvPr>
          <p:cNvSpPr txBox="1">
            <a:spLocks/>
          </p:cNvSpPr>
          <p:nvPr/>
        </p:nvSpPr>
        <p:spPr>
          <a:xfrm>
            <a:off x="7798515" y="1494073"/>
            <a:ext cx="1774981" cy="455011"/>
          </a:xfrm>
          <a:prstGeom prst="rect">
            <a:avLst/>
          </a:prstGeom>
        </p:spPr>
        <p:txBody>
          <a:bodyPr vert="horz" lIns="91440" tIns="45720" rIns="91440" bIns="45720" rtlCol="0">
            <a:noAutofit/>
          </a:bodyPr>
          <a:lstStyle>
            <a:lvl1pPr marL="0" indent="0" algn="ctr" defTabSz="914400" rtl="0" eaLnBrk="1" latinLnBrk="0" hangingPunct="1">
              <a:lnSpc>
                <a:spcPct val="120000"/>
              </a:lnSpc>
              <a:spcBef>
                <a:spcPts val="0"/>
              </a:spcBef>
              <a:buFont typeface="Arial" panose="020B0604020202020204" pitchFamily="34" charset="0"/>
              <a:buNone/>
              <a:defRPr sz="20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SQL types</a:t>
            </a:r>
          </a:p>
          <a:p>
            <a:endParaRPr lang="en-US" dirty="0"/>
          </a:p>
        </p:txBody>
      </p:sp>
      <p:sp>
        <p:nvSpPr>
          <p:cNvPr id="74" name="Text Placeholder 1">
            <a:extLst>
              <a:ext uri="{FF2B5EF4-FFF2-40B4-BE49-F238E27FC236}">
                <a16:creationId xmlns:a16="http://schemas.microsoft.com/office/drawing/2014/main" id="{391E83DB-3F3B-CA66-FFDB-F7AF8E362AEF}"/>
              </a:ext>
            </a:extLst>
          </p:cNvPr>
          <p:cNvSpPr txBox="1">
            <a:spLocks/>
          </p:cNvSpPr>
          <p:nvPr/>
        </p:nvSpPr>
        <p:spPr>
          <a:xfrm>
            <a:off x="10006917" y="1223347"/>
            <a:ext cx="1906327" cy="725737"/>
          </a:xfrm>
          <a:prstGeom prst="rect">
            <a:avLst/>
          </a:prstGeom>
        </p:spPr>
        <p:txBody>
          <a:bodyPr vert="horz" lIns="91440" tIns="45720" rIns="91440" bIns="45720" rtlCol="0">
            <a:noAutofit/>
          </a:bodyPr>
          <a:lstStyle>
            <a:lvl1pPr marL="0" indent="0" algn="ctr" defTabSz="914400" rtl="0" eaLnBrk="1" latinLnBrk="0" hangingPunct="1">
              <a:lnSpc>
                <a:spcPct val="120000"/>
              </a:lnSpc>
              <a:spcBef>
                <a:spcPts val="0"/>
              </a:spcBef>
              <a:buFont typeface="Arial" panose="020B0604020202020204" pitchFamily="34" charset="0"/>
              <a:buNone/>
              <a:defRPr sz="20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SQL </a:t>
            </a:r>
            <a:r>
              <a:rPr lang="en-US" dirty="0" err="1"/>
              <a:t>funcionalities</a:t>
            </a:r>
            <a:endParaRPr lang="en-US" dirty="0"/>
          </a:p>
          <a:p>
            <a:endParaRPr lang="en-US" dirty="0"/>
          </a:p>
        </p:txBody>
      </p:sp>
    </p:spTree>
    <p:extLst>
      <p:ext uri="{BB962C8B-B14F-4D97-AF65-F5344CB8AC3E}">
        <p14:creationId xmlns:p14="http://schemas.microsoft.com/office/powerpoint/2010/main" val="6819786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86AD885-6F3A-2DD6-79FF-8D6F04B0233D}"/>
              </a:ext>
            </a:extLst>
          </p:cNvPr>
          <p:cNvSpPr/>
          <p:nvPr/>
        </p:nvSpPr>
        <p:spPr>
          <a:xfrm>
            <a:off x="0" y="0"/>
            <a:ext cx="12192000" cy="6858000"/>
          </a:xfrm>
          <a:prstGeom prst="rect">
            <a:avLst/>
          </a:prstGeom>
          <a:solidFill>
            <a:schemeClr val="accent2"/>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D"/>
          </a:p>
        </p:txBody>
      </p:sp>
      <p:sp>
        <p:nvSpPr>
          <p:cNvPr id="11" name="Text Placeholder 10">
            <a:extLst>
              <a:ext uri="{FF2B5EF4-FFF2-40B4-BE49-F238E27FC236}">
                <a16:creationId xmlns:a16="http://schemas.microsoft.com/office/drawing/2014/main" id="{15C5FD85-E72E-D48C-0D76-91EA628295DE}"/>
              </a:ext>
            </a:extLst>
          </p:cNvPr>
          <p:cNvSpPr>
            <a:spLocks noGrp="1"/>
          </p:cNvSpPr>
          <p:nvPr>
            <p:ph type="body" idx="1"/>
          </p:nvPr>
        </p:nvSpPr>
        <p:spPr>
          <a:xfrm>
            <a:off x="4354576" y="4054856"/>
            <a:ext cx="1121664" cy="402336"/>
          </a:xfrm>
        </p:spPr>
        <p:txBody>
          <a:bodyPr/>
          <a:lstStyle/>
          <a:p>
            <a:r>
              <a:rPr lang="en-US" altLang="zh-CN" dirty="0"/>
              <a:t>database</a:t>
            </a:r>
          </a:p>
        </p:txBody>
      </p:sp>
      <p:pic>
        <p:nvPicPr>
          <p:cNvPr id="6" name="Picture Placeholder 15">
            <a:extLst>
              <a:ext uri="{FF2B5EF4-FFF2-40B4-BE49-F238E27FC236}">
                <a16:creationId xmlns:a16="http://schemas.microsoft.com/office/drawing/2014/main" id="{495C8FE2-C57A-C34D-919D-F0408A28C2AD}"/>
              </a:ext>
            </a:extLst>
          </p:cNvPr>
          <p:cNvPicPr>
            <a:picLocks noChangeAspect="1"/>
          </p:cNvPicPr>
          <p:nvPr/>
        </p:nvPicPr>
        <p:blipFill>
          <a:blip r:embed="rId2"/>
          <a:srcRect t="21600" b="21600"/>
          <a:stretch/>
        </p:blipFill>
        <p:spPr>
          <a:xfrm>
            <a:off x="409448" y="420624"/>
            <a:ext cx="5897880" cy="5897880"/>
          </a:xfrm>
          <a:prstGeom prst="ellipse">
            <a:avLst/>
          </a:prstGeom>
          <a:solidFill>
            <a:schemeClr val="accent1"/>
          </a:solidFill>
          <a:ln w="25400">
            <a:solidFill>
              <a:schemeClr val="tx1"/>
            </a:solidFill>
          </a:ln>
        </p:spPr>
      </p:pic>
      <p:sp>
        <p:nvSpPr>
          <p:cNvPr id="9" name="Title 1">
            <a:extLst>
              <a:ext uri="{FF2B5EF4-FFF2-40B4-BE49-F238E27FC236}">
                <a16:creationId xmlns:a16="http://schemas.microsoft.com/office/drawing/2014/main" id="{34688AF1-99A1-8587-8A73-F547AD0EAE77}"/>
              </a:ext>
            </a:extLst>
          </p:cNvPr>
          <p:cNvSpPr txBox="1">
            <a:spLocks/>
          </p:cNvSpPr>
          <p:nvPr/>
        </p:nvSpPr>
        <p:spPr>
          <a:xfrm>
            <a:off x="6492240" y="1807464"/>
            <a:ext cx="6847840" cy="2419096"/>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6000" kern="1200">
                <a:solidFill>
                  <a:schemeClr val="tx1"/>
                </a:solidFill>
                <a:latin typeface="+mj-lt"/>
                <a:ea typeface="+mj-ea"/>
                <a:cs typeface="+mj-cs"/>
              </a:defRPr>
            </a:lvl1pPr>
          </a:lstStyle>
          <a:p>
            <a:r>
              <a:rPr lang="en-US" sz="7200"/>
              <a:t>NoSQL (MongoDB)</a:t>
            </a:r>
            <a:endParaRPr lang="en-US" sz="7200" dirty="0"/>
          </a:p>
        </p:txBody>
      </p:sp>
      <p:sp>
        <p:nvSpPr>
          <p:cNvPr id="10" name="Text Placeholder 10">
            <a:extLst>
              <a:ext uri="{FF2B5EF4-FFF2-40B4-BE49-F238E27FC236}">
                <a16:creationId xmlns:a16="http://schemas.microsoft.com/office/drawing/2014/main" id="{E5BC171B-8ADE-DF76-8FDE-21A24BC46767}"/>
              </a:ext>
            </a:extLst>
          </p:cNvPr>
          <p:cNvSpPr txBox="1">
            <a:spLocks/>
          </p:cNvSpPr>
          <p:nvPr/>
        </p:nvSpPr>
        <p:spPr>
          <a:xfrm>
            <a:off x="10572496" y="4146296"/>
            <a:ext cx="1121664" cy="402336"/>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buFont typeface="Arial" panose="020B0604020202020204" pitchFamily="34" charset="0"/>
              <a:buNone/>
              <a:defRPr sz="20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US" altLang="zh-CN" dirty="0"/>
              <a:t>database</a:t>
            </a:r>
          </a:p>
        </p:txBody>
      </p:sp>
    </p:spTree>
    <p:extLst>
      <p:ext uri="{BB962C8B-B14F-4D97-AF65-F5344CB8AC3E}">
        <p14:creationId xmlns:p14="http://schemas.microsoft.com/office/powerpoint/2010/main" val="6418627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04AE62B-DD4D-9092-D87F-15EDFD2A1E96}"/>
              </a:ext>
            </a:extLst>
          </p:cNvPr>
          <p:cNvSpPr/>
          <p:nvPr/>
        </p:nvSpPr>
        <p:spPr>
          <a:xfrm>
            <a:off x="1045029" y="1087120"/>
            <a:ext cx="10226351" cy="4879705"/>
          </a:xfrm>
          <a:prstGeom prst="rect">
            <a:avLst/>
          </a:prstGeom>
          <a:ln w="28575">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D"/>
          </a:p>
        </p:txBody>
      </p:sp>
      <p:sp>
        <p:nvSpPr>
          <p:cNvPr id="3" name="Rectangle 2">
            <a:extLst>
              <a:ext uri="{FF2B5EF4-FFF2-40B4-BE49-F238E27FC236}">
                <a16:creationId xmlns:a16="http://schemas.microsoft.com/office/drawing/2014/main" id="{CE109936-1F58-64E4-D935-11CFBA026CCF}"/>
              </a:ext>
            </a:extLst>
          </p:cNvPr>
          <p:cNvSpPr/>
          <p:nvPr/>
        </p:nvSpPr>
        <p:spPr>
          <a:xfrm>
            <a:off x="848332" y="783795"/>
            <a:ext cx="10226351" cy="4976925"/>
          </a:xfrm>
          <a:prstGeom prst="rect">
            <a:avLst/>
          </a:prstGeom>
          <a:ln w="28575">
            <a:solidFill>
              <a:srgbClr val="28282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5" name="Subtitle 24">
            <a:extLst>
              <a:ext uri="{FF2B5EF4-FFF2-40B4-BE49-F238E27FC236}">
                <a16:creationId xmlns:a16="http://schemas.microsoft.com/office/drawing/2014/main" id="{518B68B6-5284-F036-E87F-9BC3A435A7B3}"/>
              </a:ext>
            </a:extLst>
          </p:cNvPr>
          <p:cNvSpPr>
            <a:spLocks noGrp="1"/>
          </p:cNvSpPr>
          <p:nvPr>
            <p:ph type="subTitle" idx="1"/>
          </p:nvPr>
        </p:nvSpPr>
        <p:spPr>
          <a:xfrm>
            <a:off x="2294128" y="1097280"/>
            <a:ext cx="7830312" cy="4673600"/>
          </a:xfrm>
        </p:spPr>
        <p:txBody>
          <a:bodyPr/>
          <a:lstStyle/>
          <a:p>
            <a:pPr algn="just"/>
            <a:r>
              <a:rPr lang="en-US" sz="1800" dirty="0"/>
              <a:t>    MongoDB is one of the most popular and advance database system. Designed using the NoSQL approach, where NoSQL is a database management system that is flexible and doesn’t require complicated commands or queries.</a:t>
            </a:r>
          </a:p>
          <a:p>
            <a:pPr algn="just"/>
            <a:r>
              <a:rPr lang="en-US" sz="1800" dirty="0"/>
              <a:t>    MongoDB stores data in BSON (binary JSON) format with a JSON-like format, making the process of reading and writing easier and faster.</a:t>
            </a:r>
          </a:p>
          <a:p>
            <a:pPr algn="just"/>
            <a:r>
              <a:rPr lang="en-US" sz="1800" dirty="0"/>
              <a:t>    Not only that, the MongoDB database also provides a variety of features that support website and application development. For example, integration with various popular programming languages, strong query management capabilities, and efficient data search and processing.</a:t>
            </a:r>
          </a:p>
          <a:p>
            <a:pPr algn="just"/>
            <a:r>
              <a:rPr lang="en-US" sz="1800" dirty="0"/>
              <a:t>    By Using MongoDB, you can optimize data management in the database, thereby increasing overall system performance.</a:t>
            </a:r>
          </a:p>
          <a:p>
            <a:pPr algn="just"/>
            <a:r>
              <a:rPr lang="en-US" sz="1800" dirty="0"/>
              <a:t>    Jobs that require MongoDB, </a:t>
            </a:r>
            <a:r>
              <a:rPr lang="en-US" sz="1800" dirty="0" err="1"/>
              <a:t>i.e</a:t>
            </a:r>
            <a:r>
              <a:rPr lang="en-US" sz="1800" dirty="0"/>
              <a:t> </a:t>
            </a:r>
            <a:r>
              <a:rPr kumimoji="0" lang="en-US" altLang="en-US" sz="1800" b="0" i="0" u="none" strike="noStrike" cap="none" normalizeH="0" baseline="0" dirty="0">
                <a:ln>
                  <a:noFill/>
                </a:ln>
                <a:effectLst/>
              </a:rPr>
              <a:t>Web and mobile </a:t>
            </a:r>
            <a:r>
              <a:rPr lang="en-US" altLang="en-US" sz="1800" dirty="0"/>
              <a:t>a</a:t>
            </a:r>
            <a:r>
              <a:rPr kumimoji="0" lang="en-US" altLang="en-US" sz="1800" b="0" i="0" u="none" strike="noStrike" cap="none" normalizeH="0" baseline="0" dirty="0">
                <a:ln>
                  <a:noFill/>
                </a:ln>
                <a:effectLst/>
              </a:rPr>
              <a:t>pplications, Big data and </a:t>
            </a:r>
            <a:r>
              <a:rPr lang="en-US" altLang="en-US" sz="1800" dirty="0"/>
              <a:t>a</a:t>
            </a:r>
            <a:r>
              <a:rPr kumimoji="0" lang="en-US" altLang="en-US" sz="1800" b="0" i="0" u="none" strike="noStrike" cap="none" normalizeH="0" baseline="0" dirty="0">
                <a:ln>
                  <a:noFill/>
                </a:ln>
                <a:effectLst/>
              </a:rPr>
              <a:t>nalytics, IoT (Internet of Things), Projects with high </a:t>
            </a:r>
            <a:r>
              <a:rPr lang="en-US" altLang="en-US" sz="1800" dirty="0"/>
              <a:t>s</a:t>
            </a:r>
            <a:r>
              <a:rPr kumimoji="0" lang="en-US" altLang="en-US" sz="1800" b="0" i="0" u="none" strike="noStrike" cap="none" normalizeH="0" baseline="0" dirty="0">
                <a:ln>
                  <a:noFill/>
                </a:ln>
                <a:effectLst/>
              </a:rPr>
              <a:t>calability </a:t>
            </a:r>
            <a:r>
              <a:rPr lang="en-US" altLang="en-US" sz="1800" dirty="0"/>
              <a:t>n</a:t>
            </a:r>
            <a:r>
              <a:rPr kumimoji="0" lang="en-US" altLang="en-US" sz="1800" b="0" i="0" u="none" strike="noStrike" cap="none" normalizeH="0" baseline="0" dirty="0">
                <a:ln>
                  <a:noFill/>
                </a:ln>
                <a:effectLst/>
              </a:rPr>
              <a:t>eeds (real-time data) </a:t>
            </a:r>
          </a:p>
          <a:p>
            <a:pPr algn="just"/>
            <a:endParaRPr lang="en-US" sz="1800" dirty="0"/>
          </a:p>
          <a:p>
            <a:pPr algn="just"/>
            <a:endParaRPr lang="en-US" sz="1800" dirty="0"/>
          </a:p>
        </p:txBody>
      </p:sp>
      <p:sp>
        <p:nvSpPr>
          <p:cNvPr id="11" name="TextBox 10">
            <a:extLst>
              <a:ext uri="{FF2B5EF4-FFF2-40B4-BE49-F238E27FC236}">
                <a16:creationId xmlns:a16="http://schemas.microsoft.com/office/drawing/2014/main" id="{7B9B254E-BCA1-A2C7-FF94-60D794CE7F73}"/>
              </a:ext>
            </a:extLst>
          </p:cNvPr>
          <p:cNvSpPr txBox="1"/>
          <p:nvPr/>
        </p:nvSpPr>
        <p:spPr>
          <a:xfrm>
            <a:off x="773684" y="213360"/>
            <a:ext cx="1127760" cy="3939540"/>
          </a:xfrm>
          <a:prstGeom prst="rect">
            <a:avLst/>
          </a:prstGeom>
          <a:noFill/>
        </p:spPr>
        <p:txBody>
          <a:bodyPr wrap="square">
            <a:spAutoFit/>
          </a:bodyPr>
          <a:lstStyle/>
          <a:p>
            <a:r>
              <a:rPr lang="en-US" sz="25000" b="1" dirty="0">
                <a:solidFill>
                  <a:schemeClr val="accent6">
                    <a:lumMod val="50000"/>
                  </a:schemeClr>
                </a:solidFill>
                <a:latin typeface="+mj-lt"/>
              </a:rPr>
              <a:t>“</a:t>
            </a:r>
            <a:endParaRPr lang="en-ID" sz="25000" b="1" dirty="0">
              <a:solidFill>
                <a:schemeClr val="accent6">
                  <a:lumMod val="50000"/>
                </a:schemeClr>
              </a:solidFill>
              <a:latin typeface="+mj-lt"/>
            </a:endParaRPr>
          </a:p>
        </p:txBody>
      </p:sp>
      <p:sp>
        <p:nvSpPr>
          <p:cNvPr id="12" name="TextBox 11">
            <a:extLst>
              <a:ext uri="{FF2B5EF4-FFF2-40B4-BE49-F238E27FC236}">
                <a16:creationId xmlns:a16="http://schemas.microsoft.com/office/drawing/2014/main" id="{2FE92C91-7B93-53EA-E835-B0B77D25A249}"/>
              </a:ext>
            </a:extLst>
          </p:cNvPr>
          <p:cNvSpPr txBox="1"/>
          <p:nvPr/>
        </p:nvSpPr>
        <p:spPr>
          <a:xfrm>
            <a:off x="9560560" y="3872230"/>
            <a:ext cx="1127760" cy="3939540"/>
          </a:xfrm>
          <a:prstGeom prst="rect">
            <a:avLst/>
          </a:prstGeom>
          <a:noFill/>
        </p:spPr>
        <p:txBody>
          <a:bodyPr wrap="square">
            <a:spAutoFit/>
          </a:bodyPr>
          <a:lstStyle/>
          <a:p>
            <a:r>
              <a:rPr lang="en-US" sz="25000" b="1" dirty="0">
                <a:solidFill>
                  <a:schemeClr val="accent6">
                    <a:lumMod val="50000"/>
                  </a:schemeClr>
                </a:solidFill>
                <a:latin typeface="+mj-lt"/>
              </a:rPr>
              <a:t>”</a:t>
            </a:r>
            <a:endParaRPr lang="en-ID" sz="25000" b="1" dirty="0">
              <a:solidFill>
                <a:schemeClr val="accent6">
                  <a:lumMod val="50000"/>
                </a:schemeClr>
              </a:solidFill>
              <a:latin typeface="+mj-lt"/>
            </a:endParaRPr>
          </a:p>
        </p:txBody>
      </p:sp>
      <p:sp>
        <p:nvSpPr>
          <p:cNvPr id="4" name="Slide Number Placeholder 28">
            <a:extLst>
              <a:ext uri="{FF2B5EF4-FFF2-40B4-BE49-F238E27FC236}">
                <a16:creationId xmlns:a16="http://schemas.microsoft.com/office/drawing/2014/main" id="{2BFD32D8-630D-E60C-A712-70829A5F46D0}"/>
              </a:ext>
            </a:extLst>
          </p:cNvPr>
          <p:cNvSpPr txBox="1">
            <a:spLocks/>
          </p:cNvSpPr>
          <p:nvPr/>
        </p:nvSpPr>
        <p:spPr>
          <a:xfrm>
            <a:off x="838200" y="6400904"/>
            <a:ext cx="365760" cy="246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D0AFDD5-844D-364D-8AEC-50CF4D36D55D}" type="slidenum">
              <a:rPr lang="en-US" sz="1000" smtClean="0">
                <a:solidFill>
                  <a:schemeClr val="bg1"/>
                </a:solidFill>
                <a:latin typeface="+mj-lt"/>
              </a:rPr>
              <a:pPr/>
              <a:t>4</a:t>
            </a:fld>
            <a:endParaRPr lang="en-US" sz="1000" dirty="0">
              <a:solidFill>
                <a:schemeClr val="bg1"/>
              </a:solidFill>
              <a:latin typeface="+mj-lt"/>
            </a:endParaRPr>
          </a:p>
        </p:txBody>
      </p:sp>
    </p:spTree>
    <p:extLst>
      <p:ext uri="{BB962C8B-B14F-4D97-AF65-F5344CB8AC3E}">
        <p14:creationId xmlns:p14="http://schemas.microsoft.com/office/powerpoint/2010/main" val="39838571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DB732-6FD3-D0DA-92AF-1D7A68E3A3EE}"/>
              </a:ext>
            </a:extLst>
          </p:cNvPr>
          <p:cNvSpPr>
            <a:spLocks noGrp="1"/>
          </p:cNvSpPr>
          <p:nvPr>
            <p:ph type="title"/>
          </p:nvPr>
        </p:nvSpPr>
        <p:spPr/>
        <p:txBody>
          <a:bodyPr/>
          <a:lstStyle/>
          <a:p>
            <a:r>
              <a:rPr lang="en-US" dirty="0"/>
              <a:t>MongoDB </a:t>
            </a:r>
          </a:p>
        </p:txBody>
      </p:sp>
      <p:sp>
        <p:nvSpPr>
          <p:cNvPr id="13" name="Text Placeholder 12">
            <a:extLst>
              <a:ext uri="{FF2B5EF4-FFF2-40B4-BE49-F238E27FC236}">
                <a16:creationId xmlns:a16="http://schemas.microsoft.com/office/drawing/2014/main" id="{986D0EB4-87A1-9926-18A9-F1A65DC20A57}"/>
              </a:ext>
            </a:extLst>
          </p:cNvPr>
          <p:cNvSpPr>
            <a:spLocks noGrp="1"/>
          </p:cNvSpPr>
          <p:nvPr>
            <p:ph type="body" idx="1"/>
          </p:nvPr>
        </p:nvSpPr>
        <p:spPr/>
        <p:txBody>
          <a:bodyPr/>
          <a:lstStyle/>
          <a:p>
            <a:r>
              <a:rPr lang="en-US" dirty="0" err="1"/>
              <a:t>Adventages</a:t>
            </a:r>
            <a:r>
              <a:rPr lang="en-US" dirty="0"/>
              <a:t> of </a:t>
            </a:r>
            <a:br>
              <a:rPr lang="en-US" dirty="0"/>
            </a:br>
            <a:r>
              <a:rPr lang="en-US" dirty="0"/>
              <a:t>using MongoDB</a:t>
            </a:r>
          </a:p>
        </p:txBody>
      </p:sp>
      <p:sp>
        <p:nvSpPr>
          <p:cNvPr id="20" name="Content Placeholder 19">
            <a:extLst>
              <a:ext uri="{FF2B5EF4-FFF2-40B4-BE49-F238E27FC236}">
                <a16:creationId xmlns:a16="http://schemas.microsoft.com/office/drawing/2014/main" id="{77B26A88-F289-88EA-E384-570C7CF8B589}"/>
              </a:ext>
            </a:extLst>
          </p:cNvPr>
          <p:cNvSpPr>
            <a:spLocks noGrp="1"/>
          </p:cNvSpPr>
          <p:nvPr>
            <p:ph sz="half" idx="2"/>
          </p:nvPr>
        </p:nvSpPr>
        <p:spPr/>
        <p:txBody>
          <a:bodyPr/>
          <a:lstStyle/>
          <a:p>
            <a:r>
              <a:rPr lang="en-US" dirty="0"/>
              <a:t>Flexible scheme</a:t>
            </a:r>
          </a:p>
          <a:p>
            <a:r>
              <a:rPr lang="en-US" dirty="0"/>
              <a:t>Scalability horizontally</a:t>
            </a:r>
          </a:p>
          <a:p>
            <a:r>
              <a:rPr lang="en-US" dirty="0"/>
              <a:t>Reliable Performance</a:t>
            </a:r>
          </a:p>
          <a:p>
            <a:r>
              <a:rPr lang="en-US" dirty="0"/>
              <a:t>Big data support</a:t>
            </a:r>
          </a:p>
          <a:p>
            <a:r>
              <a:rPr lang="en-ID" i="0" dirty="0">
                <a:effectLst/>
              </a:rPr>
              <a:t>Document-Oriented</a:t>
            </a:r>
            <a:r>
              <a:rPr lang="en-US" i="0" dirty="0">
                <a:effectLst/>
              </a:rPr>
              <a:t> (BSON)</a:t>
            </a:r>
          </a:p>
          <a:p>
            <a:r>
              <a:rPr lang="en-ID" i="0" dirty="0">
                <a:effectLst/>
              </a:rPr>
              <a:t>Agile Development</a:t>
            </a:r>
            <a:endParaRPr lang="en-US" dirty="0"/>
          </a:p>
        </p:txBody>
      </p:sp>
      <p:sp>
        <p:nvSpPr>
          <p:cNvPr id="15" name="Text Placeholder 14">
            <a:extLst>
              <a:ext uri="{FF2B5EF4-FFF2-40B4-BE49-F238E27FC236}">
                <a16:creationId xmlns:a16="http://schemas.microsoft.com/office/drawing/2014/main" id="{E309F894-D6ED-3B69-812A-EDD9C07D6D35}"/>
              </a:ext>
            </a:extLst>
          </p:cNvPr>
          <p:cNvSpPr>
            <a:spLocks noGrp="1"/>
          </p:cNvSpPr>
          <p:nvPr>
            <p:ph type="body" sz="quarter" idx="3"/>
          </p:nvPr>
        </p:nvSpPr>
        <p:spPr/>
        <p:txBody>
          <a:bodyPr/>
          <a:lstStyle/>
          <a:p>
            <a:r>
              <a:rPr lang="en-US" dirty="0" err="1"/>
              <a:t>Disadventages</a:t>
            </a:r>
            <a:r>
              <a:rPr lang="en-US" dirty="0"/>
              <a:t> of </a:t>
            </a:r>
          </a:p>
          <a:p>
            <a:r>
              <a:rPr lang="en-US" dirty="0"/>
              <a:t>using MongoDB</a:t>
            </a:r>
          </a:p>
        </p:txBody>
      </p:sp>
      <p:sp>
        <p:nvSpPr>
          <p:cNvPr id="21" name="Content Placeholder 20">
            <a:extLst>
              <a:ext uri="{FF2B5EF4-FFF2-40B4-BE49-F238E27FC236}">
                <a16:creationId xmlns:a16="http://schemas.microsoft.com/office/drawing/2014/main" id="{4A6AD7D6-3293-B4C1-4263-E02BE31B4FF8}"/>
              </a:ext>
            </a:extLst>
          </p:cNvPr>
          <p:cNvSpPr>
            <a:spLocks noGrp="1"/>
          </p:cNvSpPr>
          <p:nvPr>
            <p:ph sz="half" idx="13"/>
          </p:nvPr>
        </p:nvSpPr>
        <p:spPr>
          <a:xfrm>
            <a:off x="4643377" y="4168704"/>
            <a:ext cx="6408671" cy="1330189"/>
          </a:xfrm>
        </p:spPr>
        <p:txBody>
          <a:bodyPr/>
          <a:lstStyle/>
          <a:p>
            <a:r>
              <a:rPr lang="en-US" dirty="0"/>
              <a:t>Less of data consistency</a:t>
            </a:r>
          </a:p>
          <a:p>
            <a:r>
              <a:rPr lang="en-US" dirty="0"/>
              <a:t>Limited SQL functionality</a:t>
            </a:r>
          </a:p>
          <a:p>
            <a:r>
              <a:rPr lang="en-US" dirty="0"/>
              <a:t>Limited complex queries</a:t>
            </a:r>
          </a:p>
          <a:p>
            <a:r>
              <a:rPr lang="en-US" dirty="0"/>
              <a:t>High memory consumption</a:t>
            </a:r>
          </a:p>
          <a:p>
            <a:r>
              <a:rPr lang="en-US" dirty="0"/>
              <a:t>Learning curve</a:t>
            </a:r>
          </a:p>
          <a:p>
            <a:endParaRPr lang="en-US" dirty="0"/>
          </a:p>
        </p:txBody>
      </p:sp>
      <p:sp>
        <p:nvSpPr>
          <p:cNvPr id="29" name="Slide Number Placeholder 28">
            <a:extLst>
              <a:ext uri="{FF2B5EF4-FFF2-40B4-BE49-F238E27FC236}">
                <a16:creationId xmlns:a16="http://schemas.microsoft.com/office/drawing/2014/main" id="{3322B0EB-0749-E394-7D78-05C325473050}"/>
              </a:ext>
            </a:extLst>
          </p:cNvPr>
          <p:cNvSpPr>
            <a:spLocks noGrp="1"/>
          </p:cNvSpPr>
          <p:nvPr>
            <p:ph type="sldNum" sz="quarter" idx="12"/>
          </p:nvPr>
        </p:nvSpPr>
        <p:spPr/>
        <p:txBody>
          <a:bodyPr/>
          <a:lstStyle/>
          <a:p>
            <a:fld id="{8D0AFDD5-844D-364D-8AEC-50CF4D36D55D}" type="slidenum">
              <a:rPr lang="en-US" smtClean="0"/>
              <a:pPr/>
              <a:t>5</a:t>
            </a:fld>
            <a:endParaRPr lang="en-US" dirty="0"/>
          </a:p>
        </p:txBody>
      </p:sp>
      <p:sp>
        <p:nvSpPr>
          <p:cNvPr id="28" name="Footer Placeholder 27">
            <a:extLst>
              <a:ext uri="{FF2B5EF4-FFF2-40B4-BE49-F238E27FC236}">
                <a16:creationId xmlns:a16="http://schemas.microsoft.com/office/drawing/2014/main" id="{36FE9B74-96B4-4C88-49C9-E2D42BDCD20D}"/>
              </a:ext>
            </a:extLst>
          </p:cNvPr>
          <p:cNvSpPr>
            <a:spLocks noGrp="1"/>
          </p:cNvSpPr>
          <p:nvPr>
            <p:ph type="ftr" sz="quarter" idx="11"/>
          </p:nvPr>
        </p:nvSpPr>
        <p:spPr/>
        <p:txBody>
          <a:bodyPr/>
          <a:lstStyle/>
          <a:p>
            <a:r>
              <a:rPr lang="en-US" dirty="0"/>
              <a:t>GOMYCODE checkpoint</a:t>
            </a:r>
          </a:p>
        </p:txBody>
      </p:sp>
      <p:sp>
        <p:nvSpPr>
          <p:cNvPr id="27" name="Date Placeholder 26">
            <a:extLst>
              <a:ext uri="{FF2B5EF4-FFF2-40B4-BE49-F238E27FC236}">
                <a16:creationId xmlns:a16="http://schemas.microsoft.com/office/drawing/2014/main" id="{8A78422D-0122-1218-F0A5-9EF64D22D921}"/>
              </a:ext>
            </a:extLst>
          </p:cNvPr>
          <p:cNvSpPr>
            <a:spLocks noGrp="1"/>
          </p:cNvSpPr>
          <p:nvPr>
            <p:ph type="dt" sz="half" idx="10"/>
          </p:nvPr>
        </p:nvSpPr>
        <p:spPr/>
        <p:txBody>
          <a:bodyPr/>
          <a:lstStyle/>
          <a:p>
            <a:r>
              <a:rPr lang="en-US" dirty="0"/>
              <a:t>2023</a:t>
            </a:r>
          </a:p>
        </p:txBody>
      </p:sp>
    </p:spTree>
    <p:extLst>
      <p:ext uri="{BB962C8B-B14F-4D97-AF65-F5344CB8AC3E}">
        <p14:creationId xmlns:p14="http://schemas.microsoft.com/office/powerpoint/2010/main" val="16467258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57FE703-4EE4-5A29-42B9-053258570CB5}"/>
              </a:ext>
            </a:extLst>
          </p:cNvPr>
          <p:cNvSpPr/>
          <p:nvPr/>
        </p:nvSpPr>
        <p:spPr>
          <a:xfrm>
            <a:off x="870865" y="666768"/>
            <a:ext cx="11097808" cy="5429234"/>
          </a:xfrm>
          <a:prstGeom prst="rect">
            <a:avLst/>
          </a:prstGeom>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8" name="Rectangle 17">
            <a:extLst>
              <a:ext uri="{FF2B5EF4-FFF2-40B4-BE49-F238E27FC236}">
                <a16:creationId xmlns:a16="http://schemas.microsoft.com/office/drawing/2014/main" id="{E66658BE-0094-E72E-4466-F89F3B0C2FC4}"/>
              </a:ext>
            </a:extLst>
          </p:cNvPr>
          <p:cNvSpPr/>
          <p:nvPr/>
        </p:nvSpPr>
        <p:spPr>
          <a:xfrm>
            <a:off x="634488" y="915584"/>
            <a:ext cx="11097808" cy="5429234"/>
          </a:xfrm>
          <a:prstGeom prst="rect">
            <a:avLst/>
          </a:prstGeom>
          <a:ln w="28575">
            <a:solidFill>
              <a:schemeClr val="tx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D"/>
          </a:p>
        </p:txBody>
      </p:sp>
      <p:sp>
        <p:nvSpPr>
          <p:cNvPr id="5" name="Text Placeholder 4">
            <a:extLst>
              <a:ext uri="{FF2B5EF4-FFF2-40B4-BE49-F238E27FC236}">
                <a16:creationId xmlns:a16="http://schemas.microsoft.com/office/drawing/2014/main" id="{7B9D02FC-1940-72AB-8671-0839E2CF024F}"/>
              </a:ext>
            </a:extLst>
          </p:cNvPr>
          <p:cNvSpPr>
            <a:spLocks noGrp="1"/>
          </p:cNvSpPr>
          <p:nvPr>
            <p:ph type="body" sz="quarter" idx="15"/>
          </p:nvPr>
        </p:nvSpPr>
        <p:spPr>
          <a:xfrm>
            <a:off x="391279" y="731980"/>
            <a:ext cx="1798955" cy="2062163"/>
          </a:xfrm>
        </p:spPr>
        <p:txBody>
          <a:bodyPr/>
          <a:lstStyle/>
          <a:p>
            <a:r>
              <a:rPr lang="en-US" dirty="0"/>
              <a:t>“</a:t>
            </a:r>
          </a:p>
        </p:txBody>
      </p:sp>
      <p:sp>
        <p:nvSpPr>
          <p:cNvPr id="8" name="Slide Number Placeholder 7">
            <a:extLst>
              <a:ext uri="{FF2B5EF4-FFF2-40B4-BE49-F238E27FC236}">
                <a16:creationId xmlns:a16="http://schemas.microsoft.com/office/drawing/2014/main" id="{A07AC1F3-FBD2-24FF-608E-1D301D279213}"/>
              </a:ext>
            </a:extLst>
          </p:cNvPr>
          <p:cNvSpPr>
            <a:spLocks noGrp="1"/>
          </p:cNvSpPr>
          <p:nvPr>
            <p:ph type="sldNum" sz="quarter" idx="18"/>
          </p:nvPr>
        </p:nvSpPr>
        <p:spPr>
          <a:xfrm>
            <a:off x="838200" y="6400904"/>
            <a:ext cx="365760" cy="246888"/>
          </a:xfrm>
        </p:spPr>
        <p:txBody>
          <a:bodyPr/>
          <a:lstStyle/>
          <a:p>
            <a:fld id="{8D0AFDD5-844D-364D-8AEC-50CF4D36D55D}" type="slidenum">
              <a:rPr lang="en-US" smtClean="0"/>
              <a:pPr/>
              <a:t>6</a:t>
            </a:fld>
            <a:endParaRPr lang="en-US" dirty="0"/>
          </a:p>
        </p:txBody>
      </p:sp>
      <p:sp>
        <p:nvSpPr>
          <p:cNvPr id="7" name="Footer Placeholder 6">
            <a:extLst>
              <a:ext uri="{FF2B5EF4-FFF2-40B4-BE49-F238E27FC236}">
                <a16:creationId xmlns:a16="http://schemas.microsoft.com/office/drawing/2014/main" id="{64C00235-80DB-8E65-4FFA-23DF4C0DE0E6}"/>
              </a:ext>
            </a:extLst>
          </p:cNvPr>
          <p:cNvSpPr>
            <a:spLocks noGrp="1"/>
          </p:cNvSpPr>
          <p:nvPr>
            <p:ph type="ftr" sz="quarter" idx="17"/>
          </p:nvPr>
        </p:nvSpPr>
        <p:spPr>
          <a:xfrm>
            <a:off x="5364480" y="6400904"/>
            <a:ext cx="1463040" cy="246888"/>
          </a:xfrm>
        </p:spPr>
        <p:txBody>
          <a:bodyPr/>
          <a:lstStyle/>
          <a:p>
            <a:r>
              <a:rPr lang="en-US" dirty="0"/>
              <a:t>GOMYCODE checkpoint</a:t>
            </a:r>
          </a:p>
        </p:txBody>
      </p:sp>
      <p:sp>
        <p:nvSpPr>
          <p:cNvPr id="3" name="Date Placeholder 2">
            <a:extLst>
              <a:ext uri="{FF2B5EF4-FFF2-40B4-BE49-F238E27FC236}">
                <a16:creationId xmlns:a16="http://schemas.microsoft.com/office/drawing/2014/main" id="{F0A0E4D9-A114-4773-6B3B-37FA10EAB08F}"/>
              </a:ext>
            </a:extLst>
          </p:cNvPr>
          <p:cNvSpPr>
            <a:spLocks noGrp="1"/>
          </p:cNvSpPr>
          <p:nvPr>
            <p:ph type="dt" sz="half" idx="16"/>
          </p:nvPr>
        </p:nvSpPr>
        <p:spPr>
          <a:xfrm>
            <a:off x="10629145" y="6400904"/>
            <a:ext cx="640080" cy="246888"/>
          </a:xfrm>
        </p:spPr>
        <p:txBody>
          <a:bodyPr/>
          <a:lstStyle/>
          <a:p>
            <a:r>
              <a:rPr lang="en-US" dirty="0"/>
              <a:t>2023</a:t>
            </a:r>
          </a:p>
        </p:txBody>
      </p:sp>
      <p:sp>
        <p:nvSpPr>
          <p:cNvPr id="10" name="Content Placeholder 5">
            <a:extLst>
              <a:ext uri="{FF2B5EF4-FFF2-40B4-BE49-F238E27FC236}">
                <a16:creationId xmlns:a16="http://schemas.microsoft.com/office/drawing/2014/main" id="{68B393BC-B182-4BC8-FFB9-B0A46E0CFBA7}"/>
              </a:ext>
            </a:extLst>
          </p:cNvPr>
          <p:cNvSpPr txBox="1">
            <a:spLocks/>
          </p:cNvSpPr>
          <p:nvPr/>
        </p:nvSpPr>
        <p:spPr>
          <a:xfrm>
            <a:off x="2513076" y="1166368"/>
            <a:ext cx="7165848" cy="4525264"/>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buFont typeface="Arial" panose="020B0604020202020204" pitchFamily="34" charset="0"/>
              <a:buNone/>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D" sz="1800" b="0" i="0" dirty="0">
                <a:effectLst/>
                <a:latin typeface="+mn-lt"/>
              </a:rPr>
              <a:t>    </a:t>
            </a:r>
            <a:endParaRPr lang="en-ID" altLang="en-US" sz="1800" b="0" i="0" dirty="0">
              <a:effectLst/>
            </a:endParaRPr>
          </a:p>
        </p:txBody>
      </p:sp>
      <p:sp>
        <p:nvSpPr>
          <p:cNvPr id="14" name="Rectangle 3">
            <a:extLst>
              <a:ext uri="{FF2B5EF4-FFF2-40B4-BE49-F238E27FC236}">
                <a16:creationId xmlns:a16="http://schemas.microsoft.com/office/drawing/2014/main" id="{FC19F8CA-BD82-1B56-AAD6-1C84526F1FB7}"/>
              </a:ext>
            </a:extLst>
          </p:cNvPr>
          <p:cNvSpPr>
            <a:spLocks noChangeArrowheads="1"/>
          </p:cNvSpPr>
          <p:nvPr/>
        </p:nvSpPr>
        <p:spPr bwMode="auto">
          <a:xfrm>
            <a:off x="0" y="102920"/>
            <a:ext cx="65" cy="251359"/>
          </a:xfrm>
          <a:prstGeom prst="rect">
            <a:avLst/>
          </a:prstGeom>
          <a:solidFill>
            <a:srgbClr val="30313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7" name="Rectangle 4">
            <a:extLst>
              <a:ext uri="{FF2B5EF4-FFF2-40B4-BE49-F238E27FC236}">
                <a16:creationId xmlns:a16="http://schemas.microsoft.com/office/drawing/2014/main" id="{3EF3D2AA-4E4B-A897-C563-E845E40C0825}"/>
              </a:ext>
            </a:extLst>
          </p:cNvPr>
          <p:cNvSpPr>
            <a:spLocks noChangeArrowheads="1"/>
          </p:cNvSpPr>
          <p:nvPr/>
        </p:nvSpPr>
        <p:spPr bwMode="auto">
          <a:xfrm>
            <a:off x="0" y="102920"/>
            <a:ext cx="65" cy="251359"/>
          </a:xfrm>
          <a:prstGeom prst="rect">
            <a:avLst/>
          </a:prstGeom>
          <a:solidFill>
            <a:srgbClr val="30313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itle 1">
            <a:extLst>
              <a:ext uri="{FF2B5EF4-FFF2-40B4-BE49-F238E27FC236}">
                <a16:creationId xmlns:a16="http://schemas.microsoft.com/office/drawing/2014/main" id="{BB4D7969-46AE-5223-4382-81484CC69A1D}"/>
              </a:ext>
            </a:extLst>
          </p:cNvPr>
          <p:cNvSpPr>
            <a:spLocks noGrp="1"/>
          </p:cNvSpPr>
          <p:nvPr>
            <p:ph type="title"/>
          </p:nvPr>
        </p:nvSpPr>
        <p:spPr>
          <a:xfrm>
            <a:off x="2761585" y="-209000"/>
            <a:ext cx="6658182" cy="1014984"/>
          </a:xfrm>
        </p:spPr>
        <p:txBody>
          <a:bodyPr/>
          <a:lstStyle/>
          <a:p>
            <a:r>
              <a:rPr lang="en-US" sz="4800" dirty="0"/>
              <a:t>MongoDB data types</a:t>
            </a:r>
            <a:endParaRPr lang="en-US" sz="3200" dirty="0"/>
          </a:p>
        </p:txBody>
      </p:sp>
      <p:sp>
        <p:nvSpPr>
          <p:cNvPr id="11" name="Content Placeholder 5">
            <a:extLst>
              <a:ext uri="{FF2B5EF4-FFF2-40B4-BE49-F238E27FC236}">
                <a16:creationId xmlns:a16="http://schemas.microsoft.com/office/drawing/2014/main" id="{423AC602-2CF4-4D5D-F401-F823B9E5D9A3}"/>
              </a:ext>
            </a:extLst>
          </p:cNvPr>
          <p:cNvSpPr txBox="1">
            <a:spLocks/>
          </p:cNvSpPr>
          <p:nvPr/>
        </p:nvSpPr>
        <p:spPr>
          <a:xfrm>
            <a:off x="1825734" y="1097162"/>
            <a:ext cx="9906562" cy="5350294"/>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buFont typeface="Arial" panose="020B0604020202020204" pitchFamily="34" charset="0"/>
              <a:buNone/>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just" defTabSz="360000">
              <a:buFontTx/>
              <a:buChar char="-"/>
            </a:pPr>
            <a:r>
              <a:rPr lang="en-US" sz="1800" b="1" i="0" dirty="0">
                <a:effectLst/>
                <a:latin typeface="+mn-lt"/>
              </a:rPr>
              <a:t>String:</a:t>
            </a:r>
            <a:r>
              <a:rPr lang="en-US" sz="1800" b="0" i="0" dirty="0">
                <a:effectLst/>
                <a:latin typeface="+mn-lt"/>
              </a:rPr>
              <a:t> </a:t>
            </a:r>
            <a:r>
              <a:rPr lang="en-US" sz="1800" dirty="0"/>
              <a:t>			     </a:t>
            </a:r>
            <a:r>
              <a:rPr lang="en-US" sz="1800" b="0" i="0" dirty="0">
                <a:effectLst/>
                <a:latin typeface="+mn-lt"/>
              </a:rPr>
              <a:t>represents a text data. </a:t>
            </a:r>
            <a:r>
              <a:rPr lang="en-US" sz="1800" dirty="0"/>
              <a:t>Ex: “Joko </a:t>
            </a:r>
            <a:r>
              <a:rPr lang="en-US" sz="1800" dirty="0" err="1"/>
              <a:t>Miyaww</a:t>
            </a:r>
            <a:r>
              <a:rPr lang="en-US" sz="1800" dirty="0"/>
              <a:t>”</a:t>
            </a:r>
            <a:endParaRPr lang="en-US" sz="1800" b="0" i="0" dirty="0">
              <a:effectLst/>
              <a:latin typeface="+mn-lt"/>
            </a:endParaRPr>
          </a:p>
          <a:p>
            <a:pPr marL="285750" indent="-285750" algn="just" defTabSz="360000">
              <a:buFontTx/>
              <a:buChar char="-"/>
            </a:pPr>
            <a:r>
              <a:rPr lang="en-ID" altLang="en-US" sz="1800" b="1" i="0" dirty="0">
                <a:effectLst/>
              </a:rPr>
              <a:t>Numbers:</a:t>
            </a:r>
            <a:r>
              <a:rPr lang="en-ID" altLang="en-US" sz="1800" b="0" i="0" dirty="0">
                <a:effectLst/>
              </a:rPr>
              <a:t> 		     represents both integer and floatin</a:t>
            </a:r>
            <a:r>
              <a:rPr lang="en-ID" altLang="en-US" sz="1800" dirty="0"/>
              <a:t>g-point numbers. Ex: 20,  3.5</a:t>
            </a:r>
          </a:p>
          <a:p>
            <a:pPr marL="285750" indent="-285750" algn="just" defTabSz="360000">
              <a:buFontTx/>
              <a:buChar char="-"/>
            </a:pPr>
            <a:r>
              <a:rPr lang="en-ID" altLang="en-US" sz="1800" b="1" dirty="0"/>
              <a:t>Double:</a:t>
            </a:r>
            <a:r>
              <a:rPr lang="en-ID" altLang="en-US" sz="1800" dirty="0"/>
              <a:t> 			     represents floating point values. Ex: “Price”: 599.99,  600 </a:t>
            </a:r>
          </a:p>
          <a:p>
            <a:pPr marL="285750" indent="-285750" algn="just" defTabSz="360000">
              <a:buFontTx/>
              <a:buChar char="-"/>
            </a:pPr>
            <a:r>
              <a:rPr lang="en-ID" altLang="en-US" sz="1800" b="1" dirty="0"/>
              <a:t>Boolean:</a:t>
            </a:r>
            <a:r>
              <a:rPr lang="en-ID" altLang="en-US" sz="1800" dirty="0"/>
              <a:t> 			     represents a true or false value. Ex: True, False</a:t>
            </a:r>
          </a:p>
          <a:p>
            <a:pPr marL="285750" indent="-285750" algn="just" defTabSz="360000">
              <a:buFontTx/>
              <a:buChar char="-"/>
            </a:pPr>
            <a:r>
              <a:rPr lang="en-ID" altLang="en-US" sz="1800" b="1" dirty="0"/>
              <a:t>Undefined: </a:t>
            </a:r>
            <a:r>
              <a:rPr lang="en-ID" altLang="en-US" sz="1800" dirty="0"/>
              <a:t> 		     represent a missing or undefined value. Ex: {“Name”: “Joe”, “age”: undefined}</a:t>
            </a:r>
            <a:endParaRPr lang="en-ID" altLang="en-US" sz="1800" b="1" dirty="0"/>
          </a:p>
          <a:p>
            <a:pPr marL="285750" indent="-285750" algn="just" defTabSz="360000">
              <a:buFontTx/>
              <a:buChar char="-"/>
            </a:pPr>
            <a:r>
              <a:rPr lang="en-ID" altLang="en-US" sz="1800" b="1" i="0" dirty="0" err="1">
                <a:effectLst/>
              </a:rPr>
              <a:t>ObjectId</a:t>
            </a:r>
            <a:r>
              <a:rPr lang="en-ID" altLang="en-US" sz="1800" b="1" i="0" dirty="0">
                <a:effectLst/>
              </a:rPr>
              <a:t>:</a:t>
            </a:r>
            <a:r>
              <a:rPr lang="en-ID" altLang="en-US" sz="1800" b="0" i="0" dirty="0">
                <a:effectLst/>
              </a:rPr>
              <a:t> 			     </a:t>
            </a:r>
            <a:r>
              <a:rPr lang="en-ID" altLang="en-US" sz="1800" dirty="0"/>
              <a:t>a</a:t>
            </a:r>
            <a:r>
              <a:rPr lang="en-ID" altLang="en-US" sz="1800" b="0" i="0" dirty="0">
                <a:effectLst/>
              </a:rPr>
              <a:t> unique identifier automatically generated by MongoDB. Ex:</a:t>
            </a:r>
            <a:r>
              <a:rPr lang="en-ID" altLang="en-US" sz="1800" dirty="0"/>
              <a:t> </a:t>
            </a:r>
            <a:r>
              <a:rPr lang="en-ID" altLang="en-US" sz="1800" dirty="0" err="1"/>
              <a:t>ObjectId</a:t>
            </a:r>
            <a:r>
              <a:rPr lang="en-ID" altLang="en-US" sz="1800" dirty="0"/>
              <a:t>(“2023501”)</a:t>
            </a:r>
          </a:p>
          <a:p>
            <a:pPr marL="285750" indent="-285750" algn="just" defTabSz="360000">
              <a:buFontTx/>
              <a:buChar char="-"/>
            </a:pPr>
            <a:r>
              <a:rPr lang="en-ID" altLang="en-US" sz="1800" b="1" dirty="0"/>
              <a:t>Array: 			     </a:t>
            </a:r>
            <a:r>
              <a:rPr lang="en-ID" altLang="en-US" sz="1800" dirty="0"/>
              <a:t>represents a list of values. Ex: [“banana”, “mango”, “avocado”] </a:t>
            </a:r>
            <a:endParaRPr lang="en-ID" altLang="en-US" sz="1800" b="1" dirty="0"/>
          </a:p>
          <a:p>
            <a:pPr marL="285750" indent="-285750" algn="just" defTabSz="360000">
              <a:spcAft>
                <a:spcPts val="1000"/>
              </a:spcAft>
              <a:buFontTx/>
              <a:buChar char="-"/>
            </a:pPr>
            <a:r>
              <a:rPr lang="en-ID" altLang="en-US" sz="1800" b="1" i="0" dirty="0">
                <a:effectLst/>
              </a:rPr>
              <a:t>Object:</a:t>
            </a:r>
            <a:r>
              <a:rPr lang="en-ID" altLang="en-US" sz="1800" i="0" dirty="0">
                <a:effectLst/>
              </a:rPr>
              <a:t> 			     represents an embedded document. Ex: {“Name</a:t>
            </a:r>
            <a:r>
              <a:rPr lang="en-ID" altLang="en-US" sz="1800" dirty="0"/>
              <a:t>”</a:t>
            </a:r>
            <a:r>
              <a:rPr lang="en-ID" altLang="en-US" sz="1800" i="0" dirty="0">
                <a:effectLst/>
              </a:rPr>
              <a:t>: “Joko </a:t>
            </a:r>
            <a:r>
              <a:rPr lang="en-ID" altLang="en-US" sz="1800" i="0" dirty="0" err="1">
                <a:effectLst/>
              </a:rPr>
              <a:t>Miyaww</a:t>
            </a:r>
            <a:r>
              <a:rPr lang="en-ID" altLang="en-US" sz="1800" i="0" dirty="0">
                <a:effectLst/>
              </a:rPr>
              <a:t>,”, “</a:t>
            </a:r>
            <a:r>
              <a:rPr lang="en-ID" altLang="en-US" sz="1800" i="0" dirty="0" err="1">
                <a:effectLst/>
              </a:rPr>
              <a:t>UserName</a:t>
            </a:r>
            <a:r>
              <a:rPr lang="en-ID" altLang="en-US" sz="1800" i="0" dirty="0">
                <a:effectLst/>
              </a:rPr>
              <a:t>”: 						     		     “Jok00My123”, email: JokMy99@gmail.com}</a:t>
            </a:r>
          </a:p>
          <a:p>
            <a:pPr marL="285750" indent="-285750" algn="just" defTabSz="360000">
              <a:buFontTx/>
              <a:buChar char="-"/>
            </a:pPr>
            <a:r>
              <a:rPr lang="en-ID" altLang="en-US" sz="1800" b="1" dirty="0"/>
              <a:t>Date:</a:t>
            </a:r>
            <a:r>
              <a:rPr lang="en-ID" altLang="en-US" sz="1800" dirty="0"/>
              <a:t> 			     represents a date and time value. Ex: </a:t>
            </a:r>
            <a:r>
              <a:rPr lang="en-ID" sz="1800" b="0" i="0" dirty="0">
                <a:effectLst/>
              </a:rPr>
              <a:t>2003-07-01T21:00:00.000+00:00</a:t>
            </a:r>
          </a:p>
          <a:p>
            <a:pPr marL="285750" indent="-285750" algn="just" defTabSz="360000">
              <a:buFontTx/>
              <a:buChar char="-"/>
            </a:pPr>
            <a:r>
              <a:rPr lang="en-ID" altLang="en-US" sz="1800" b="1" dirty="0"/>
              <a:t>Null:</a:t>
            </a:r>
            <a:r>
              <a:rPr lang="en-ID" altLang="en-US" sz="1800" dirty="0"/>
              <a:t> 			     represents a null or empty value. Ex: null</a:t>
            </a:r>
          </a:p>
          <a:p>
            <a:pPr marL="285750" indent="-285750" algn="just" defTabSz="360000">
              <a:buFontTx/>
              <a:buChar char="-"/>
            </a:pPr>
            <a:r>
              <a:rPr lang="en-ID" altLang="en-US" sz="1800" b="1" dirty="0"/>
              <a:t>Regular Expression:   </a:t>
            </a:r>
            <a:r>
              <a:rPr lang="en-ID" altLang="en-US" sz="1800" dirty="0"/>
              <a:t>represents a regular expression pattern. Ex: {$regex: /”pizza”/, $options: “I”}</a:t>
            </a:r>
          </a:p>
          <a:p>
            <a:pPr marL="285750" indent="-285750" algn="just" defTabSz="360000">
              <a:spcAft>
                <a:spcPts val="1000"/>
              </a:spcAft>
              <a:buFontTx/>
              <a:buChar char="-"/>
            </a:pPr>
            <a:r>
              <a:rPr lang="en-ID" altLang="en-US" sz="1800" b="1" dirty="0"/>
              <a:t>Binary Data(BSON):   </a:t>
            </a:r>
            <a:r>
              <a:rPr lang="en-ID" altLang="en-US" sz="1800" dirty="0"/>
              <a:t>represents textual object notation, used to transmit and store data across web based 					                   application. Ex: {“Hello”: “World”}</a:t>
            </a:r>
          </a:p>
          <a:p>
            <a:pPr marL="285750" indent="-285750" algn="just" defTabSz="360000">
              <a:buFontTx/>
              <a:buChar char="-"/>
            </a:pPr>
            <a:r>
              <a:rPr lang="en-ID" altLang="en-US" sz="1800" b="1" dirty="0"/>
              <a:t>Timestamp: 		     </a:t>
            </a:r>
            <a:r>
              <a:rPr lang="en-ID" altLang="en-US" sz="1800" dirty="0"/>
              <a:t>represents a 64-bit timestamp. Ex: {“t”: 1678541165, “</a:t>
            </a:r>
            <a:r>
              <a:rPr lang="en-ID" altLang="en-US" sz="1800" dirty="0" err="1"/>
              <a:t>i</a:t>
            </a:r>
            <a:r>
              <a:rPr lang="en-ID" altLang="en-US" sz="1800" dirty="0"/>
              <a:t>”: 1}</a:t>
            </a:r>
          </a:p>
          <a:p>
            <a:pPr marL="285750" indent="-285750" algn="just" defTabSz="360000">
              <a:buFontTx/>
              <a:buChar char="-"/>
            </a:pPr>
            <a:r>
              <a:rPr lang="en-ID" altLang="en-US" sz="1800" b="1" dirty="0"/>
              <a:t>Decimal128: 		     </a:t>
            </a:r>
            <a:r>
              <a:rPr lang="en-ID" altLang="en-US" sz="1800" dirty="0"/>
              <a:t>represents a 128-bit decimal-based floating point number. Ex: Decimal128(“123,456”)</a:t>
            </a:r>
          </a:p>
          <a:p>
            <a:pPr marL="285750" indent="-285750" algn="just" defTabSz="360000">
              <a:buFontTx/>
              <a:buChar char="-"/>
            </a:pPr>
            <a:r>
              <a:rPr lang="en-ID" altLang="en-US" sz="1800" b="1" dirty="0" err="1"/>
              <a:t>MinKey</a:t>
            </a:r>
            <a:r>
              <a:rPr lang="en-ID" altLang="en-US" sz="1800" b="1" dirty="0"/>
              <a:t> &amp; </a:t>
            </a:r>
            <a:r>
              <a:rPr lang="en-ID" altLang="en-US" sz="1800" b="1" dirty="0" err="1"/>
              <a:t>MaxKey</a:t>
            </a:r>
            <a:r>
              <a:rPr lang="en-ID" altLang="en-US" sz="1800" b="1" dirty="0"/>
              <a:t>:   </a:t>
            </a:r>
            <a:r>
              <a:rPr lang="en-ID" altLang="en-US" sz="1800" dirty="0"/>
              <a:t>special values representing the smallest an largest possible keys in MongoDB respectively</a:t>
            </a:r>
            <a:endParaRPr lang="en-ID" altLang="en-US" sz="1800" b="1" dirty="0"/>
          </a:p>
          <a:p>
            <a:pPr marL="285750" indent="-285750" algn="just" defTabSz="360000">
              <a:buFontTx/>
              <a:buChar char="-"/>
            </a:pPr>
            <a:endParaRPr lang="en-ID" altLang="en-US" sz="1800" b="1" dirty="0"/>
          </a:p>
        </p:txBody>
      </p:sp>
    </p:spTree>
    <p:extLst>
      <p:ext uri="{BB962C8B-B14F-4D97-AF65-F5344CB8AC3E}">
        <p14:creationId xmlns:p14="http://schemas.microsoft.com/office/powerpoint/2010/main" val="18121479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D9C582A-9D23-24AD-F8FA-AA6C544A856C}"/>
              </a:ext>
            </a:extLst>
          </p:cNvPr>
          <p:cNvSpPr/>
          <p:nvPr/>
        </p:nvSpPr>
        <p:spPr>
          <a:xfrm>
            <a:off x="5405538" y="1010818"/>
            <a:ext cx="6130212" cy="4991878"/>
          </a:xfrm>
          <a:prstGeom prst="rect">
            <a:avLst/>
          </a:prstGeom>
          <a:solidFill>
            <a:schemeClr val="accent3"/>
          </a:solidFill>
          <a:ln w="28575">
            <a:solidFill>
              <a:schemeClr val="tx1"/>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D"/>
          </a:p>
        </p:txBody>
      </p:sp>
      <p:sp>
        <p:nvSpPr>
          <p:cNvPr id="10" name="Rectangle 9">
            <a:extLst>
              <a:ext uri="{FF2B5EF4-FFF2-40B4-BE49-F238E27FC236}">
                <a16:creationId xmlns:a16="http://schemas.microsoft.com/office/drawing/2014/main" id="{F67F4062-9819-4CF7-55B9-6756CCD78816}"/>
              </a:ext>
            </a:extLst>
          </p:cNvPr>
          <p:cNvSpPr/>
          <p:nvPr/>
        </p:nvSpPr>
        <p:spPr>
          <a:xfrm>
            <a:off x="5178490" y="811763"/>
            <a:ext cx="6130212" cy="4991878"/>
          </a:xfrm>
          <a:prstGeom prst="rect">
            <a:avLst/>
          </a:prstGeom>
          <a:solidFill>
            <a:schemeClr val="bg1"/>
          </a:solidFill>
          <a:ln w="28575">
            <a:solidFill>
              <a:schemeClr val="tx1"/>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D"/>
          </a:p>
        </p:txBody>
      </p:sp>
      <p:sp>
        <p:nvSpPr>
          <p:cNvPr id="2" name="Title 1">
            <a:extLst>
              <a:ext uri="{FF2B5EF4-FFF2-40B4-BE49-F238E27FC236}">
                <a16:creationId xmlns:a16="http://schemas.microsoft.com/office/drawing/2014/main" id="{EA19140C-296A-0579-DCD0-BED295AD96A8}"/>
              </a:ext>
            </a:extLst>
          </p:cNvPr>
          <p:cNvSpPr>
            <a:spLocks noGrp="1"/>
          </p:cNvSpPr>
          <p:nvPr>
            <p:ph type="title"/>
          </p:nvPr>
        </p:nvSpPr>
        <p:spPr>
          <a:xfrm>
            <a:off x="5409035" y="920462"/>
            <a:ext cx="5693492" cy="1670338"/>
          </a:xfrm>
        </p:spPr>
        <p:txBody>
          <a:bodyPr/>
          <a:lstStyle/>
          <a:p>
            <a:r>
              <a:rPr lang="en-US" dirty="0"/>
              <a:t>MongoDB functionalities</a:t>
            </a:r>
            <a:endParaRPr lang="en-ID" dirty="0"/>
          </a:p>
        </p:txBody>
      </p:sp>
      <p:pic>
        <p:nvPicPr>
          <p:cNvPr id="7" name="Picture Placeholder 6">
            <a:extLst>
              <a:ext uri="{FF2B5EF4-FFF2-40B4-BE49-F238E27FC236}">
                <a16:creationId xmlns:a16="http://schemas.microsoft.com/office/drawing/2014/main" id="{3F532DE0-F4FE-511E-AD98-C8D336B4A229}"/>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l="26215" r="26215"/>
          <a:stretch/>
        </p:blipFill>
        <p:spPr/>
      </p:pic>
      <p:sp>
        <p:nvSpPr>
          <p:cNvPr id="4" name="Content Placeholder 3">
            <a:extLst>
              <a:ext uri="{FF2B5EF4-FFF2-40B4-BE49-F238E27FC236}">
                <a16:creationId xmlns:a16="http://schemas.microsoft.com/office/drawing/2014/main" id="{A53169B4-6424-4CEC-119B-4BA64796FA36}"/>
              </a:ext>
            </a:extLst>
          </p:cNvPr>
          <p:cNvSpPr>
            <a:spLocks noGrp="1"/>
          </p:cNvSpPr>
          <p:nvPr>
            <p:ph idx="1"/>
          </p:nvPr>
        </p:nvSpPr>
        <p:spPr/>
        <p:txBody>
          <a:bodyPr/>
          <a:lstStyle/>
          <a:p>
            <a:r>
              <a:rPr lang="en-US" sz="2000" dirty="0"/>
              <a:t>{    </a:t>
            </a:r>
          </a:p>
          <a:p>
            <a:r>
              <a:rPr lang="en-US" sz="2000" dirty="0"/>
              <a:t>    $function: {</a:t>
            </a:r>
          </a:p>
          <a:p>
            <a:r>
              <a:rPr lang="en-US" sz="2000" dirty="0"/>
              <a:t>        body: (a, b) =&gt; a + b, </a:t>
            </a:r>
          </a:p>
          <a:p>
            <a:r>
              <a:rPr lang="en-US" sz="2000" dirty="0"/>
              <a:t>        </a:t>
            </a:r>
            <a:r>
              <a:rPr lang="en-US" sz="2000" dirty="0" err="1"/>
              <a:t>args</a:t>
            </a:r>
            <a:r>
              <a:rPr lang="en-US" sz="2000" dirty="0"/>
              <a:t>: [“$number1”, “$number2”],</a:t>
            </a:r>
          </a:p>
          <a:p>
            <a:r>
              <a:rPr lang="en-US" sz="2000" dirty="0"/>
              <a:t>        lang: “</a:t>
            </a:r>
            <a:r>
              <a:rPr lang="en-US" sz="2000" dirty="0" err="1"/>
              <a:t>js</a:t>
            </a:r>
            <a:r>
              <a:rPr lang="en-US" sz="2000" dirty="0"/>
              <a:t>”</a:t>
            </a:r>
          </a:p>
          <a:p>
            <a:r>
              <a:rPr lang="en-US" sz="2000" dirty="0"/>
              <a:t>    }</a:t>
            </a:r>
          </a:p>
          <a:p>
            <a:r>
              <a:rPr lang="en-US" sz="2000" dirty="0"/>
              <a:t>}</a:t>
            </a:r>
            <a:endParaRPr lang="en-ID" sz="2000" dirty="0"/>
          </a:p>
        </p:txBody>
      </p:sp>
      <p:sp>
        <p:nvSpPr>
          <p:cNvPr id="5" name="Slide Number Placeholder 4">
            <a:extLst>
              <a:ext uri="{FF2B5EF4-FFF2-40B4-BE49-F238E27FC236}">
                <a16:creationId xmlns:a16="http://schemas.microsoft.com/office/drawing/2014/main" id="{312AF2CE-8577-892A-D05C-EC1212F867B1}"/>
              </a:ext>
            </a:extLst>
          </p:cNvPr>
          <p:cNvSpPr>
            <a:spLocks noGrp="1"/>
          </p:cNvSpPr>
          <p:nvPr>
            <p:ph type="sldNum" sz="quarter" idx="12"/>
          </p:nvPr>
        </p:nvSpPr>
        <p:spPr/>
        <p:txBody>
          <a:bodyPr/>
          <a:lstStyle/>
          <a:p>
            <a:fld id="{8D0AFDD5-844D-364D-8AEC-50CF4D36D55D}" type="slidenum">
              <a:rPr lang="en-US" noProof="0" smtClean="0"/>
              <a:pPr/>
              <a:t>7</a:t>
            </a:fld>
            <a:endParaRPr lang="en-US" noProof="0"/>
          </a:p>
        </p:txBody>
      </p:sp>
    </p:spTree>
    <p:extLst>
      <p:ext uri="{BB962C8B-B14F-4D97-AF65-F5344CB8AC3E}">
        <p14:creationId xmlns:p14="http://schemas.microsoft.com/office/powerpoint/2010/main" val="26521339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86AD885-6F3A-2DD6-79FF-8D6F04B0233D}"/>
              </a:ext>
            </a:extLst>
          </p:cNvPr>
          <p:cNvSpPr/>
          <p:nvPr/>
        </p:nvSpPr>
        <p:spPr>
          <a:xfrm>
            <a:off x="0" y="0"/>
            <a:ext cx="12192000" cy="685800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D"/>
          </a:p>
        </p:txBody>
      </p:sp>
      <p:pic>
        <p:nvPicPr>
          <p:cNvPr id="16" name="Picture Placeholder 15">
            <a:extLst>
              <a:ext uri="{FF2B5EF4-FFF2-40B4-BE49-F238E27FC236}">
                <a16:creationId xmlns:a16="http://schemas.microsoft.com/office/drawing/2014/main" id="{1AA3A0A8-F2C4-4E9E-F193-425FD8EA094D}"/>
              </a:ext>
            </a:extLst>
          </p:cNvPr>
          <p:cNvPicPr>
            <a:picLocks noGrp="1" noChangeAspect="1"/>
          </p:cNvPicPr>
          <p:nvPr>
            <p:ph type="pic" sz="quarter" idx="10"/>
          </p:nvPr>
        </p:nvPicPr>
        <p:blipFill>
          <a:blip r:embed="rId2"/>
          <a:srcRect t="21600" b="21600"/>
          <a:stretch/>
        </p:blipFill>
        <p:spPr>
          <a:xfrm>
            <a:off x="5560568" y="420624"/>
            <a:ext cx="5897880" cy="5897880"/>
          </a:xfrm>
        </p:spPr>
      </p:pic>
      <p:sp>
        <p:nvSpPr>
          <p:cNvPr id="5" name="Text Placeholder 10">
            <a:extLst>
              <a:ext uri="{FF2B5EF4-FFF2-40B4-BE49-F238E27FC236}">
                <a16:creationId xmlns:a16="http://schemas.microsoft.com/office/drawing/2014/main" id="{12ECECCA-39FF-47E9-DAA3-63455CCA5502}"/>
              </a:ext>
            </a:extLst>
          </p:cNvPr>
          <p:cNvSpPr txBox="1">
            <a:spLocks/>
          </p:cNvSpPr>
          <p:nvPr/>
        </p:nvSpPr>
        <p:spPr>
          <a:xfrm>
            <a:off x="1800352" y="3466084"/>
            <a:ext cx="1074928" cy="213504"/>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buFont typeface="Arial" panose="020B0604020202020204" pitchFamily="34" charset="0"/>
              <a:buNone/>
              <a:defRPr sz="20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US" altLang="zh-CN">
                <a:solidFill>
                  <a:schemeClr val="bg1"/>
                </a:solidFill>
              </a:rPr>
              <a:t>database</a:t>
            </a:r>
            <a:endParaRPr lang="en-US" altLang="zh-CN" dirty="0">
              <a:solidFill>
                <a:schemeClr val="bg1"/>
              </a:solidFill>
            </a:endParaRPr>
          </a:p>
        </p:txBody>
      </p:sp>
      <p:sp>
        <p:nvSpPr>
          <p:cNvPr id="6" name="Title 1">
            <a:extLst>
              <a:ext uri="{FF2B5EF4-FFF2-40B4-BE49-F238E27FC236}">
                <a16:creationId xmlns:a16="http://schemas.microsoft.com/office/drawing/2014/main" id="{635A13C5-1FF7-2FC4-EDF2-6FC89646B74B}"/>
              </a:ext>
            </a:extLst>
          </p:cNvPr>
          <p:cNvSpPr txBox="1">
            <a:spLocks/>
          </p:cNvSpPr>
          <p:nvPr/>
        </p:nvSpPr>
        <p:spPr>
          <a:xfrm>
            <a:off x="1012952" y="2413000"/>
            <a:ext cx="1984248" cy="1028700"/>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6000" kern="1200">
                <a:solidFill>
                  <a:schemeClr val="tx1"/>
                </a:solidFill>
                <a:latin typeface="+mj-lt"/>
                <a:ea typeface="+mj-ea"/>
                <a:cs typeface="+mj-cs"/>
              </a:defRPr>
            </a:lvl1pPr>
          </a:lstStyle>
          <a:p>
            <a:r>
              <a:rPr lang="en-US" sz="7200">
                <a:solidFill>
                  <a:schemeClr val="bg1"/>
                </a:solidFill>
              </a:rPr>
              <a:t>SQL</a:t>
            </a:r>
            <a:endParaRPr lang="en-US" sz="7200" dirty="0">
              <a:solidFill>
                <a:schemeClr val="bg1"/>
              </a:solidFill>
            </a:endParaRPr>
          </a:p>
        </p:txBody>
      </p:sp>
    </p:spTree>
    <p:extLst>
      <p:ext uri="{BB962C8B-B14F-4D97-AF65-F5344CB8AC3E}">
        <p14:creationId xmlns:p14="http://schemas.microsoft.com/office/powerpoint/2010/main" val="3752263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449E399-B511-DA1E-2892-5EA175520AB3}"/>
              </a:ext>
            </a:extLst>
          </p:cNvPr>
          <p:cNvSpPr/>
          <p:nvPr/>
        </p:nvSpPr>
        <p:spPr>
          <a:xfrm>
            <a:off x="838200" y="809103"/>
            <a:ext cx="10241915" cy="4947885"/>
          </a:xfrm>
          <a:prstGeom prst="rect">
            <a:avLst/>
          </a:prstGeom>
          <a:ln w="28575">
            <a:solidFill>
              <a:srgbClr val="282828"/>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D"/>
          </a:p>
        </p:txBody>
      </p:sp>
      <p:sp>
        <p:nvSpPr>
          <p:cNvPr id="5" name="Text Placeholder 4">
            <a:extLst>
              <a:ext uri="{FF2B5EF4-FFF2-40B4-BE49-F238E27FC236}">
                <a16:creationId xmlns:a16="http://schemas.microsoft.com/office/drawing/2014/main" id="{7B9D02FC-1940-72AB-8671-0839E2CF024F}"/>
              </a:ext>
            </a:extLst>
          </p:cNvPr>
          <p:cNvSpPr>
            <a:spLocks noGrp="1"/>
          </p:cNvSpPr>
          <p:nvPr>
            <p:ph type="body" sz="quarter" idx="15"/>
          </p:nvPr>
        </p:nvSpPr>
        <p:spPr>
          <a:xfrm>
            <a:off x="1027874" y="659807"/>
            <a:ext cx="1798955" cy="2062163"/>
          </a:xfrm>
        </p:spPr>
        <p:txBody>
          <a:bodyPr/>
          <a:lstStyle/>
          <a:p>
            <a:r>
              <a:rPr lang="en-US" dirty="0"/>
              <a:t>“</a:t>
            </a:r>
          </a:p>
        </p:txBody>
      </p:sp>
      <p:sp>
        <p:nvSpPr>
          <p:cNvPr id="4" name="Text Placeholder 3">
            <a:extLst>
              <a:ext uri="{FF2B5EF4-FFF2-40B4-BE49-F238E27FC236}">
                <a16:creationId xmlns:a16="http://schemas.microsoft.com/office/drawing/2014/main" id="{F286FC47-3017-DA16-F8BF-CBFF553CB9F5}"/>
              </a:ext>
            </a:extLst>
          </p:cNvPr>
          <p:cNvSpPr>
            <a:spLocks noGrp="1"/>
          </p:cNvSpPr>
          <p:nvPr>
            <p:ph type="body" sz="quarter" idx="14"/>
          </p:nvPr>
        </p:nvSpPr>
        <p:spPr>
          <a:xfrm>
            <a:off x="9281160" y="3807976"/>
            <a:ext cx="1798955" cy="2062163"/>
          </a:xfrm>
        </p:spPr>
        <p:txBody>
          <a:bodyPr/>
          <a:lstStyle/>
          <a:p>
            <a:r>
              <a:rPr lang="en-US" dirty="0"/>
              <a:t>”</a:t>
            </a:r>
          </a:p>
        </p:txBody>
      </p:sp>
      <p:sp>
        <p:nvSpPr>
          <p:cNvPr id="8" name="Slide Number Placeholder 7">
            <a:extLst>
              <a:ext uri="{FF2B5EF4-FFF2-40B4-BE49-F238E27FC236}">
                <a16:creationId xmlns:a16="http://schemas.microsoft.com/office/drawing/2014/main" id="{A07AC1F3-FBD2-24FF-608E-1D301D279213}"/>
              </a:ext>
            </a:extLst>
          </p:cNvPr>
          <p:cNvSpPr>
            <a:spLocks noGrp="1"/>
          </p:cNvSpPr>
          <p:nvPr>
            <p:ph type="sldNum" sz="quarter" idx="18"/>
          </p:nvPr>
        </p:nvSpPr>
        <p:spPr>
          <a:xfrm>
            <a:off x="838200" y="6400904"/>
            <a:ext cx="365760" cy="246888"/>
          </a:xfrm>
        </p:spPr>
        <p:txBody>
          <a:bodyPr/>
          <a:lstStyle/>
          <a:p>
            <a:fld id="{8D0AFDD5-844D-364D-8AEC-50CF4D36D55D}" type="slidenum">
              <a:rPr lang="en-US" smtClean="0"/>
              <a:pPr/>
              <a:t>9</a:t>
            </a:fld>
            <a:endParaRPr lang="en-US" dirty="0"/>
          </a:p>
        </p:txBody>
      </p:sp>
      <p:sp>
        <p:nvSpPr>
          <p:cNvPr id="7" name="Footer Placeholder 6">
            <a:extLst>
              <a:ext uri="{FF2B5EF4-FFF2-40B4-BE49-F238E27FC236}">
                <a16:creationId xmlns:a16="http://schemas.microsoft.com/office/drawing/2014/main" id="{64C00235-80DB-8E65-4FFA-23DF4C0DE0E6}"/>
              </a:ext>
            </a:extLst>
          </p:cNvPr>
          <p:cNvSpPr>
            <a:spLocks noGrp="1"/>
          </p:cNvSpPr>
          <p:nvPr>
            <p:ph type="ftr" sz="quarter" idx="17"/>
          </p:nvPr>
        </p:nvSpPr>
        <p:spPr>
          <a:xfrm>
            <a:off x="5364480" y="6400904"/>
            <a:ext cx="1463040" cy="246888"/>
          </a:xfrm>
        </p:spPr>
        <p:txBody>
          <a:bodyPr/>
          <a:lstStyle/>
          <a:p>
            <a:r>
              <a:rPr lang="en-US" dirty="0"/>
              <a:t>GOMYCODE checkpoint</a:t>
            </a:r>
          </a:p>
        </p:txBody>
      </p:sp>
      <p:sp>
        <p:nvSpPr>
          <p:cNvPr id="3" name="Date Placeholder 2">
            <a:extLst>
              <a:ext uri="{FF2B5EF4-FFF2-40B4-BE49-F238E27FC236}">
                <a16:creationId xmlns:a16="http://schemas.microsoft.com/office/drawing/2014/main" id="{F0A0E4D9-A114-4773-6B3B-37FA10EAB08F}"/>
              </a:ext>
            </a:extLst>
          </p:cNvPr>
          <p:cNvSpPr>
            <a:spLocks noGrp="1"/>
          </p:cNvSpPr>
          <p:nvPr>
            <p:ph type="dt" sz="half" idx="16"/>
          </p:nvPr>
        </p:nvSpPr>
        <p:spPr>
          <a:xfrm>
            <a:off x="10629145" y="6400904"/>
            <a:ext cx="640080" cy="246888"/>
          </a:xfrm>
        </p:spPr>
        <p:txBody>
          <a:bodyPr/>
          <a:lstStyle/>
          <a:p>
            <a:r>
              <a:rPr lang="en-US" dirty="0"/>
              <a:t>2023</a:t>
            </a:r>
          </a:p>
        </p:txBody>
      </p:sp>
      <p:sp>
        <p:nvSpPr>
          <p:cNvPr id="10" name="Content Placeholder 5">
            <a:extLst>
              <a:ext uri="{FF2B5EF4-FFF2-40B4-BE49-F238E27FC236}">
                <a16:creationId xmlns:a16="http://schemas.microsoft.com/office/drawing/2014/main" id="{68B393BC-B182-4BC8-FFB9-B0A46E0CFBA7}"/>
              </a:ext>
            </a:extLst>
          </p:cNvPr>
          <p:cNvSpPr txBox="1">
            <a:spLocks/>
          </p:cNvSpPr>
          <p:nvPr/>
        </p:nvSpPr>
        <p:spPr>
          <a:xfrm>
            <a:off x="2513076" y="1017072"/>
            <a:ext cx="7165848" cy="4525264"/>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buFont typeface="Arial" panose="020B0604020202020204" pitchFamily="34" charset="0"/>
              <a:buNone/>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ID" sz="1800" b="0" i="0" dirty="0">
                <a:effectLst/>
                <a:latin typeface="+mn-lt"/>
              </a:rPr>
              <a:t>    SQL stands for Standard Query Language. SQL is a programming language that provides commands for accessing and processing relational-based data in a database system. So in short, it can be interpreted that SQL is a Relational Database Management System (RDBMS).</a:t>
            </a:r>
          </a:p>
          <a:p>
            <a:pPr algn="just"/>
            <a:endParaRPr lang="en-ID" sz="1800" dirty="0"/>
          </a:p>
          <a:p>
            <a:pPr algn="just"/>
            <a:r>
              <a:rPr kumimoji="0" lang="en-US" altLang="en-US" sz="1800" b="0" i="0" u="none" strike="noStrike" cap="none" normalizeH="0" baseline="0" dirty="0">
                <a:ln>
                  <a:noFill/>
                </a:ln>
                <a:effectLst/>
              </a:rPr>
              <a:t>    In processing the data, SQL also has the ability to modify, manipulate, delete and manage data. </a:t>
            </a:r>
          </a:p>
          <a:p>
            <a:pPr algn="just"/>
            <a:r>
              <a:rPr lang="en-ID" sz="1800" b="0" i="0" dirty="0">
                <a:effectLst/>
              </a:rPr>
              <a:t>MySQL is an example of a database that uses basic SQL. Apart from that, there is also Microsoft SQL Server and PostgreSQL.</a:t>
            </a:r>
          </a:p>
          <a:p>
            <a:pPr algn="just"/>
            <a:br>
              <a:rPr lang="en-ID" sz="1800" dirty="0"/>
            </a:br>
            <a:r>
              <a:rPr lang="en-ID" sz="1800" dirty="0"/>
              <a:t>    </a:t>
            </a:r>
            <a:r>
              <a:rPr lang="en-ID" sz="1800" b="0" i="0" dirty="0">
                <a:effectLst/>
              </a:rPr>
              <a:t>Basic SQL commands In processing databases, there are three types of SQL server languages, </a:t>
            </a:r>
            <a:r>
              <a:rPr lang="en-ID" sz="1800" b="0" i="0" dirty="0" err="1">
                <a:effectLst/>
              </a:rPr>
              <a:t>i.e</a:t>
            </a:r>
            <a:r>
              <a:rPr lang="en-ID" sz="1800" b="0" i="0" dirty="0">
                <a:effectLst/>
              </a:rPr>
              <a:t> Data Control Language (DCL), Data Definition Language (DDL) and Data Manipulation Language (DML). This language is the basic or most commonly used command in DBMS that has been standardized by American National Standar</a:t>
            </a:r>
            <a:r>
              <a:rPr lang="en-ID" sz="1800" dirty="0"/>
              <a:t>ds </a:t>
            </a:r>
            <a:r>
              <a:rPr lang="en-ID" sz="1800" b="0" i="0" dirty="0">
                <a:effectLst/>
              </a:rPr>
              <a:t>Institute (ANSI). </a:t>
            </a:r>
            <a:r>
              <a:rPr lang="en-ID" altLang="en-US" sz="1800" b="0" i="0" dirty="0">
                <a:effectLst/>
              </a:rPr>
              <a:t>Jobs that require SQL, </a:t>
            </a:r>
            <a:r>
              <a:rPr lang="en-ID" altLang="en-US" sz="1800" b="0" i="0" dirty="0" err="1">
                <a:effectLst/>
              </a:rPr>
              <a:t>i.e</a:t>
            </a:r>
            <a:r>
              <a:rPr lang="en-ID" altLang="en-US" sz="1800" b="0" i="0" dirty="0">
                <a:effectLst/>
              </a:rPr>
              <a:t> Big data architect, Data administrator, Data scientist</a:t>
            </a:r>
          </a:p>
        </p:txBody>
      </p:sp>
      <p:sp>
        <p:nvSpPr>
          <p:cNvPr id="14" name="Rectangle 3">
            <a:extLst>
              <a:ext uri="{FF2B5EF4-FFF2-40B4-BE49-F238E27FC236}">
                <a16:creationId xmlns:a16="http://schemas.microsoft.com/office/drawing/2014/main" id="{FC19F8CA-BD82-1B56-AAD6-1C84526F1FB7}"/>
              </a:ext>
            </a:extLst>
          </p:cNvPr>
          <p:cNvSpPr>
            <a:spLocks noChangeArrowheads="1"/>
          </p:cNvSpPr>
          <p:nvPr/>
        </p:nvSpPr>
        <p:spPr bwMode="auto">
          <a:xfrm>
            <a:off x="0" y="102920"/>
            <a:ext cx="65" cy="251359"/>
          </a:xfrm>
          <a:prstGeom prst="rect">
            <a:avLst/>
          </a:prstGeom>
          <a:solidFill>
            <a:srgbClr val="30313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7" name="Rectangle 4">
            <a:extLst>
              <a:ext uri="{FF2B5EF4-FFF2-40B4-BE49-F238E27FC236}">
                <a16:creationId xmlns:a16="http://schemas.microsoft.com/office/drawing/2014/main" id="{3EF3D2AA-4E4B-A897-C563-E845E40C0825}"/>
              </a:ext>
            </a:extLst>
          </p:cNvPr>
          <p:cNvSpPr>
            <a:spLocks noChangeArrowheads="1"/>
          </p:cNvSpPr>
          <p:nvPr/>
        </p:nvSpPr>
        <p:spPr bwMode="auto">
          <a:xfrm>
            <a:off x="0" y="102920"/>
            <a:ext cx="65" cy="251359"/>
          </a:xfrm>
          <a:prstGeom prst="rect">
            <a:avLst/>
          </a:prstGeom>
          <a:solidFill>
            <a:srgbClr val="30313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132889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DB732-6FD3-D0DA-92AF-1D7A68E3A3EE}"/>
              </a:ext>
            </a:extLst>
          </p:cNvPr>
          <p:cNvSpPr>
            <a:spLocks noGrp="1"/>
          </p:cNvSpPr>
          <p:nvPr>
            <p:ph type="title"/>
          </p:nvPr>
        </p:nvSpPr>
        <p:spPr/>
        <p:txBody>
          <a:bodyPr/>
          <a:lstStyle/>
          <a:p>
            <a:r>
              <a:rPr lang="en-US" dirty="0"/>
              <a:t>SQL </a:t>
            </a:r>
          </a:p>
        </p:txBody>
      </p:sp>
      <p:sp>
        <p:nvSpPr>
          <p:cNvPr id="13" name="Text Placeholder 12">
            <a:extLst>
              <a:ext uri="{FF2B5EF4-FFF2-40B4-BE49-F238E27FC236}">
                <a16:creationId xmlns:a16="http://schemas.microsoft.com/office/drawing/2014/main" id="{986D0EB4-87A1-9926-18A9-F1A65DC20A57}"/>
              </a:ext>
            </a:extLst>
          </p:cNvPr>
          <p:cNvSpPr>
            <a:spLocks noGrp="1"/>
          </p:cNvSpPr>
          <p:nvPr>
            <p:ph type="body" idx="1"/>
          </p:nvPr>
        </p:nvSpPr>
        <p:spPr/>
        <p:txBody>
          <a:bodyPr/>
          <a:lstStyle/>
          <a:p>
            <a:r>
              <a:rPr lang="en-US" dirty="0" err="1"/>
              <a:t>Adventages</a:t>
            </a:r>
            <a:r>
              <a:rPr lang="en-US" dirty="0"/>
              <a:t> of </a:t>
            </a:r>
            <a:br>
              <a:rPr lang="en-US" dirty="0"/>
            </a:br>
            <a:r>
              <a:rPr lang="en-US" dirty="0"/>
              <a:t>using SQL</a:t>
            </a:r>
          </a:p>
        </p:txBody>
      </p:sp>
      <p:sp>
        <p:nvSpPr>
          <p:cNvPr id="20" name="Content Placeholder 19">
            <a:extLst>
              <a:ext uri="{FF2B5EF4-FFF2-40B4-BE49-F238E27FC236}">
                <a16:creationId xmlns:a16="http://schemas.microsoft.com/office/drawing/2014/main" id="{77B26A88-F289-88EA-E384-570C7CF8B589}"/>
              </a:ext>
            </a:extLst>
          </p:cNvPr>
          <p:cNvSpPr>
            <a:spLocks noGrp="1"/>
          </p:cNvSpPr>
          <p:nvPr>
            <p:ph sz="half" idx="2"/>
          </p:nvPr>
        </p:nvSpPr>
        <p:spPr/>
        <p:txBody>
          <a:bodyPr/>
          <a:lstStyle/>
          <a:p>
            <a:r>
              <a:rPr lang="en-ID" i="0" dirty="0">
                <a:effectLst/>
              </a:rPr>
              <a:t>Data Integrity and ACID</a:t>
            </a:r>
            <a:endParaRPr lang="en-US" dirty="0"/>
          </a:p>
          <a:p>
            <a:r>
              <a:rPr lang="en-ID" i="0" dirty="0">
                <a:effectLst/>
              </a:rPr>
              <a:t>Structured Data</a:t>
            </a:r>
          </a:p>
          <a:p>
            <a:r>
              <a:rPr lang="en-ID" i="0" dirty="0">
                <a:effectLst/>
              </a:rPr>
              <a:t>Mature Technology</a:t>
            </a:r>
          </a:p>
          <a:p>
            <a:r>
              <a:rPr lang="en-ID" i="0" dirty="0">
                <a:effectLst/>
              </a:rPr>
              <a:t>Standardized Query Language</a:t>
            </a:r>
          </a:p>
          <a:p>
            <a:r>
              <a:rPr lang="en-ID" i="0" dirty="0">
                <a:effectLst/>
              </a:rPr>
              <a:t>Joins</a:t>
            </a:r>
            <a:endParaRPr lang="en-US" dirty="0"/>
          </a:p>
        </p:txBody>
      </p:sp>
      <p:sp>
        <p:nvSpPr>
          <p:cNvPr id="15" name="Text Placeholder 14">
            <a:extLst>
              <a:ext uri="{FF2B5EF4-FFF2-40B4-BE49-F238E27FC236}">
                <a16:creationId xmlns:a16="http://schemas.microsoft.com/office/drawing/2014/main" id="{E309F894-D6ED-3B69-812A-EDD9C07D6D35}"/>
              </a:ext>
            </a:extLst>
          </p:cNvPr>
          <p:cNvSpPr>
            <a:spLocks noGrp="1"/>
          </p:cNvSpPr>
          <p:nvPr>
            <p:ph type="body" sz="quarter" idx="3"/>
          </p:nvPr>
        </p:nvSpPr>
        <p:spPr/>
        <p:txBody>
          <a:bodyPr/>
          <a:lstStyle/>
          <a:p>
            <a:r>
              <a:rPr lang="en-US" dirty="0" err="1"/>
              <a:t>Disadventages</a:t>
            </a:r>
            <a:r>
              <a:rPr lang="en-US" dirty="0"/>
              <a:t> of </a:t>
            </a:r>
          </a:p>
          <a:p>
            <a:r>
              <a:rPr lang="en-US" dirty="0"/>
              <a:t>using SQL</a:t>
            </a:r>
          </a:p>
        </p:txBody>
      </p:sp>
      <p:sp>
        <p:nvSpPr>
          <p:cNvPr id="21" name="Content Placeholder 20">
            <a:extLst>
              <a:ext uri="{FF2B5EF4-FFF2-40B4-BE49-F238E27FC236}">
                <a16:creationId xmlns:a16="http://schemas.microsoft.com/office/drawing/2014/main" id="{4A6AD7D6-3293-B4C1-4263-E02BE31B4FF8}"/>
              </a:ext>
            </a:extLst>
          </p:cNvPr>
          <p:cNvSpPr>
            <a:spLocks noGrp="1"/>
          </p:cNvSpPr>
          <p:nvPr>
            <p:ph sz="half" idx="13"/>
          </p:nvPr>
        </p:nvSpPr>
        <p:spPr/>
        <p:txBody>
          <a:bodyPr/>
          <a:lstStyle/>
          <a:p>
            <a:r>
              <a:rPr lang="en-ID" i="0" dirty="0">
                <a:effectLst/>
              </a:rPr>
              <a:t>Scalability</a:t>
            </a:r>
          </a:p>
          <a:p>
            <a:r>
              <a:rPr lang="en-ID" i="0" dirty="0">
                <a:effectLst/>
              </a:rPr>
              <a:t>Schema Changes</a:t>
            </a:r>
            <a:endParaRPr lang="en-ID" dirty="0"/>
          </a:p>
          <a:p>
            <a:r>
              <a:rPr lang="en-ID" i="0" dirty="0">
                <a:effectLst/>
              </a:rPr>
              <a:t>Rigid Schema</a:t>
            </a:r>
          </a:p>
          <a:p>
            <a:r>
              <a:rPr lang="en-ID" i="0" dirty="0">
                <a:effectLst/>
              </a:rPr>
              <a:t>Learning Curve</a:t>
            </a:r>
            <a:endParaRPr lang="en-ID" dirty="0"/>
          </a:p>
        </p:txBody>
      </p:sp>
      <p:sp>
        <p:nvSpPr>
          <p:cNvPr id="29" name="Slide Number Placeholder 28">
            <a:extLst>
              <a:ext uri="{FF2B5EF4-FFF2-40B4-BE49-F238E27FC236}">
                <a16:creationId xmlns:a16="http://schemas.microsoft.com/office/drawing/2014/main" id="{3322B0EB-0749-E394-7D78-05C325473050}"/>
              </a:ext>
            </a:extLst>
          </p:cNvPr>
          <p:cNvSpPr>
            <a:spLocks noGrp="1"/>
          </p:cNvSpPr>
          <p:nvPr>
            <p:ph type="sldNum" sz="quarter" idx="12"/>
          </p:nvPr>
        </p:nvSpPr>
        <p:spPr>
          <a:xfrm>
            <a:off x="838200" y="6355976"/>
            <a:ext cx="309282" cy="291815"/>
          </a:xfrm>
        </p:spPr>
        <p:txBody>
          <a:bodyPr/>
          <a:lstStyle/>
          <a:p>
            <a:fld id="{8D0AFDD5-844D-364D-8AEC-50CF4D36D55D}" type="slidenum">
              <a:rPr lang="en-US" smtClean="0"/>
              <a:pPr/>
              <a:t>10</a:t>
            </a:fld>
            <a:endParaRPr lang="en-US" dirty="0"/>
          </a:p>
        </p:txBody>
      </p:sp>
      <p:sp>
        <p:nvSpPr>
          <p:cNvPr id="28" name="Footer Placeholder 27">
            <a:extLst>
              <a:ext uri="{FF2B5EF4-FFF2-40B4-BE49-F238E27FC236}">
                <a16:creationId xmlns:a16="http://schemas.microsoft.com/office/drawing/2014/main" id="{36FE9B74-96B4-4C88-49C9-E2D42BDCD20D}"/>
              </a:ext>
            </a:extLst>
          </p:cNvPr>
          <p:cNvSpPr>
            <a:spLocks noGrp="1"/>
          </p:cNvSpPr>
          <p:nvPr>
            <p:ph type="ftr" sz="quarter" idx="11"/>
          </p:nvPr>
        </p:nvSpPr>
        <p:spPr/>
        <p:txBody>
          <a:bodyPr/>
          <a:lstStyle/>
          <a:p>
            <a:r>
              <a:rPr lang="en-US" dirty="0"/>
              <a:t>GOMYCODE checkpoint</a:t>
            </a:r>
          </a:p>
        </p:txBody>
      </p:sp>
      <p:sp>
        <p:nvSpPr>
          <p:cNvPr id="27" name="Date Placeholder 26">
            <a:extLst>
              <a:ext uri="{FF2B5EF4-FFF2-40B4-BE49-F238E27FC236}">
                <a16:creationId xmlns:a16="http://schemas.microsoft.com/office/drawing/2014/main" id="{8A78422D-0122-1218-F0A5-9EF64D22D921}"/>
              </a:ext>
            </a:extLst>
          </p:cNvPr>
          <p:cNvSpPr>
            <a:spLocks noGrp="1"/>
          </p:cNvSpPr>
          <p:nvPr>
            <p:ph type="dt" sz="half" idx="10"/>
          </p:nvPr>
        </p:nvSpPr>
        <p:spPr/>
        <p:txBody>
          <a:bodyPr/>
          <a:lstStyle/>
          <a:p>
            <a:r>
              <a:rPr lang="en-US" dirty="0"/>
              <a:t>2023</a:t>
            </a:r>
          </a:p>
        </p:txBody>
      </p:sp>
    </p:spTree>
    <p:extLst>
      <p:ext uri="{BB962C8B-B14F-4D97-AF65-F5344CB8AC3E}">
        <p14:creationId xmlns:p14="http://schemas.microsoft.com/office/powerpoint/2010/main" val="21164697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F30556F-1D1F-4056-9DC9-9BC0499D2757}"/>
              </a:ext>
            </a:extLst>
          </p:cNvPr>
          <p:cNvSpPr/>
          <p:nvPr/>
        </p:nvSpPr>
        <p:spPr>
          <a:xfrm>
            <a:off x="1347925" y="848460"/>
            <a:ext cx="9986864" cy="5891349"/>
          </a:xfrm>
          <a:prstGeom prst="rect">
            <a:avLst/>
          </a:prstGeom>
          <a:solidFill>
            <a:schemeClr val="accent2">
              <a:lumMod val="75000"/>
            </a:schemeClr>
          </a:solidFill>
          <a:ln w="28575">
            <a:solidFill>
              <a:schemeClr val="tx1"/>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D">
              <a:ln w="57150">
                <a:solidFill>
                  <a:schemeClr val="tx1">
                    <a:lumMod val="95000"/>
                    <a:lumOff val="5000"/>
                  </a:schemeClr>
                </a:solidFill>
              </a:ln>
            </a:endParaRPr>
          </a:p>
        </p:txBody>
      </p:sp>
      <p:sp>
        <p:nvSpPr>
          <p:cNvPr id="6" name="Rectangle 5">
            <a:extLst>
              <a:ext uri="{FF2B5EF4-FFF2-40B4-BE49-F238E27FC236}">
                <a16:creationId xmlns:a16="http://schemas.microsoft.com/office/drawing/2014/main" id="{45F1D58C-D8B7-B23D-C4FB-3ABFF7BAFEBF}"/>
              </a:ext>
            </a:extLst>
          </p:cNvPr>
          <p:cNvSpPr/>
          <p:nvPr/>
        </p:nvSpPr>
        <p:spPr>
          <a:xfrm>
            <a:off x="857211" y="630752"/>
            <a:ext cx="10236886" cy="5891349"/>
          </a:xfrm>
          <a:prstGeom prst="rect">
            <a:avLst/>
          </a:prstGeom>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ln w="57150">
                <a:noFill/>
              </a:ln>
            </a:endParaRPr>
          </a:p>
        </p:txBody>
      </p:sp>
      <p:sp>
        <p:nvSpPr>
          <p:cNvPr id="25" name="Subtitle 24">
            <a:extLst>
              <a:ext uri="{FF2B5EF4-FFF2-40B4-BE49-F238E27FC236}">
                <a16:creationId xmlns:a16="http://schemas.microsoft.com/office/drawing/2014/main" id="{518B68B6-5284-F036-E87F-9BC3A435A7B3}"/>
              </a:ext>
            </a:extLst>
          </p:cNvPr>
          <p:cNvSpPr>
            <a:spLocks noGrp="1"/>
          </p:cNvSpPr>
          <p:nvPr>
            <p:ph type="subTitle" idx="1"/>
          </p:nvPr>
        </p:nvSpPr>
        <p:spPr>
          <a:xfrm>
            <a:off x="875873" y="649406"/>
            <a:ext cx="10190231" cy="4673600"/>
          </a:xfrm>
        </p:spPr>
        <p:txBody>
          <a:bodyPr/>
          <a:lstStyle/>
          <a:p>
            <a:pPr algn="just"/>
            <a:r>
              <a:rPr lang="en-ID" sz="1800" b="1" dirty="0"/>
              <a:t>- CHAR(size):	      </a:t>
            </a:r>
            <a:r>
              <a:rPr lang="en-ID" sz="1800" dirty="0"/>
              <a:t>A FIXED length string (can contain letters, numbers, and special characters). The size parameter specifies the column length in characters - can be from 0 to 255. Default is 1</a:t>
            </a:r>
          </a:p>
          <a:p>
            <a:pPr algn="just"/>
            <a:r>
              <a:rPr lang="en-ID" sz="1800" b="1" dirty="0"/>
              <a:t>- VARCHAR(size):</a:t>
            </a:r>
            <a:r>
              <a:rPr lang="en-ID" sz="1800" dirty="0"/>
              <a:t>	      A VARIABLE length string (can contain letters, numbers, and special characters). The size parameter specifies the maximum string length in characters - can be from 0 to 65535</a:t>
            </a:r>
          </a:p>
          <a:p>
            <a:pPr algn="just"/>
            <a:r>
              <a:rPr lang="en-ID" sz="1800" b="1" dirty="0"/>
              <a:t>- BINARY(size):</a:t>
            </a:r>
            <a:r>
              <a:rPr lang="en-ID" sz="1800" dirty="0"/>
              <a:t>	      Equal to CHAR(), but stores binary byte strings. The size parameter specifies the column length in bytes. Default is 1</a:t>
            </a:r>
          </a:p>
          <a:p>
            <a:pPr algn="just"/>
            <a:r>
              <a:rPr lang="en-ID" sz="1800" b="1" dirty="0"/>
              <a:t>- VARBINARY(size):</a:t>
            </a:r>
            <a:r>
              <a:rPr lang="en-ID" sz="1800" dirty="0"/>
              <a:t>	      Equal to VARCHAR(), but stores binary byte strings. The size parameter specifies the maximum column length in bytes.</a:t>
            </a:r>
          </a:p>
          <a:p>
            <a:pPr algn="just"/>
            <a:r>
              <a:rPr lang="en-ID" sz="1800" b="1" dirty="0"/>
              <a:t>- TINYBLOB For BLOBs:    </a:t>
            </a:r>
            <a:r>
              <a:rPr lang="en-ID" sz="1800" dirty="0"/>
              <a:t>(Binary Large Objects). Max length: 255 bytes</a:t>
            </a:r>
          </a:p>
          <a:p>
            <a:pPr algn="just"/>
            <a:r>
              <a:rPr lang="en-ID" sz="1800" b="1" dirty="0"/>
              <a:t>- TINYTEXT:	      </a:t>
            </a:r>
            <a:r>
              <a:rPr lang="en-ID" sz="1800" dirty="0"/>
              <a:t>Holds a string with a maximum length of 255 characters</a:t>
            </a:r>
          </a:p>
          <a:p>
            <a:pPr algn="just"/>
            <a:r>
              <a:rPr lang="en-ID" sz="1800" dirty="0"/>
              <a:t>- </a:t>
            </a:r>
            <a:r>
              <a:rPr lang="en-ID" sz="1800" b="1" dirty="0"/>
              <a:t>TEXT(size):</a:t>
            </a:r>
            <a:r>
              <a:rPr lang="en-ID" sz="1800" dirty="0"/>
              <a:t>	      Holds a string with a maximum length of 65,535 bytes</a:t>
            </a:r>
          </a:p>
          <a:p>
            <a:pPr algn="just"/>
            <a:r>
              <a:rPr lang="en-ID" sz="1800" dirty="0"/>
              <a:t>- </a:t>
            </a:r>
            <a:r>
              <a:rPr lang="en-ID" sz="1800" b="1" dirty="0"/>
              <a:t>BLOB(size):</a:t>
            </a:r>
            <a:r>
              <a:rPr lang="en-ID" sz="1800" dirty="0"/>
              <a:t>	      For BLOBs (Binary Large Objects). Holds up to 65,535 bytes of data</a:t>
            </a:r>
          </a:p>
          <a:p>
            <a:pPr algn="just"/>
            <a:r>
              <a:rPr lang="en-ID" sz="1800" b="1" dirty="0"/>
              <a:t>- MEDIUMTEXT</a:t>
            </a:r>
            <a:r>
              <a:rPr lang="en-ID" sz="1800" dirty="0"/>
              <a:t>:	      Holds a string with a maximum length of 16,777,215 characters</a:t>
            </a:r>
          </a:p>
          <a:p>
            <a:pPr algn="just"/>
            <a:r>
              <a:rPr lang="en-ID" sz="1800" dirty="0"/>
              <a:t>- </a:t>
            </a:r>
            <a:r>
              <a:rPr lang="en-ID" sz="1800" b="1" dirty="0"/>
              <a:t>MEDIUMBLOB:</a:t>
            </a:r>
            <a:r>
              <a:rPr lang="en-ID" sz="1800" dirty="0"/>
              <a:t>	      For BLOBs (Binary Large Objects). Holds up to 16,777,215 bytes of data</a:t>
            </a:r>
          </a:p>
          <a:p>
            <a:pPr algn="just"/>
            <a:r>
              <a:rPr lang="en-ID" sz="1800" b="1" dirty="0"/>
              <a:t>- LONGTEXT:	      </a:t>
            </a:r>
            <a:r>
              <a:rPr lang="en-ID" sz="1800" dirty="0"/>
              <a:t>Holds a string with a maximum length of 4,294,967,295 characters</a:t>
            </a:r>
          </a:p>
          <a:p>
            <a:pPr algn="just"/>
            <a:r>
              <a:rPr lang="en-ID" sz="1800" dirty="0"/>
              <a:t>- </a:t>
            </a:r>
            <a:r>
              <a:rPr lang="en-ID" sz="1800" b="1" dirty="0"/>
              <a:t>LONGBLOB:</a:t>
            </a:r>
            <a:r>
              <a:rPr lang="en-ID" sz="1800" dirty="0"/>
              <a:t>	      For BLOBs (Binary Large Objects). Holds up to 4,294,967,295 bytes of data</a:t>
            </a:r>
            <a:endParaRPr lang="en-US" sz="1800" dirty="0"/>
          </a:p>
        </p:txBody>
      </p:sp>
      <p:sp>
        <p:nvSpPr>
          <p:cNvPr id="12" name="TextBox 11">
            <a:extLst>
              <a:ext uri="{FF2B5EF4-FFF2-40B4-BE49-F238E27FC236}">
                <a16:creationId xmlns:a16="http://schemas.microsoft.com/office/drawing/2014/main" id="{2FE92C91-7B93-53EA-E835-B0B77D25A249}"/>
              </a:ext>
            </a:extLst>
          </p:cNvPr>
          <p:cNvSpPr txBox="1"/>
          <p:nvPr/>
        </p:nvSpPr>
        <p:spPr>
          <a:xfrm>
            <a:off x="9560560" y="4710948"/>
            <a:ext cx="1127760" cy="3939540"/>
          </a:xfrm>
          <a:prstGeom prst="rect">
            <a:avLst/>
          </a:prstGeom>
          <a:noFill/>
        </p:spPr>
        <p:txBody>
          <a:bodyPr wrap="square">
            <a:spAutoFit/>
          </a:bodyPr>
          <a:lstStyle/>
          <a:p>
            <a:r>
              <a:rPr lang="en-US" sz="25000" b="1" dirty="0">
                <a:solidFill>
                  <a:schemeClr val="accent6">
                    <a:lumMod val="50000"/>
                  </a:schemeClr>
                </a:solidFill>
                <a:latin typeface="+mj-lt"/>
              </a:rPr>
              <a:t>”</a:t>
            </a:r>
            <a:endParaRPr lang="en-ID" sz="25000" b="1" dirty="0">
              <a:solidFill>
                <a:schemeClr val="accent6">
                  <a:lumMod val="50000"/>
                </a:schemeClr>
              </a:solidFill>
              <a:latin typeface="+mj-lt"/>
            </a:endParaRPr>
          </a:p>
        </p:txBody>
      </p:sp>
      <p:sp>
        <p:nvSpPr>
          <p:cNvPr id="2" name="Title 1">
            <a:extLst>
              <a:ext uri="{FF2B5EF4-FFF2-40B4-BE49-F238E27FC236}">
                <a16:creationId xmlns:a16="http://schemas.microsoft.com/office/drawing/2014/main" id="{2FD86D8E-A2BF-C59B-34A8-F5CFF3EB8C31}"/>
              </a:ext>
            </a:extLst>
          </p:cNvPr>
          <p:cNvSpPr txBox="1">
            <a:spLocks/>
          </p:cNvSpPr>
          <p:nvPr/>
        </p:nvSpPr>
        <p:spPr>
          <a:xfrm>
            <a:off x="3733084" y="-27993"/>
            <a:ext cx="4725831" cy="658746"/>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dirty="0">
                <a:solidFill>
                  <a:schemeClr val="bg1"/>
                </a:solidFill>
              </a:rPr>
              <a:t>SQL data types</a:t>
            </a:r>
            <a:endParaRPr lang="en-US" sz="3200" dirty="0">
              <a:solidFill>
                <a:schemeClr val="bg1"/>
              </a:solidFill>
            </a:endParaRPr>
          </a:p>
        </p:txBody>
      </p:sp>
      <p:sp>
        <p:nvSpPr>
          <p:cNvPr id="3" name="Slide Number Placeholder 28">
            <a:extLst>
              <a:ext uri="{FF2B5EF4-FFF2-40B4-BE49-F238E27FC236}">
                <a16:creationId xmlns:a16="http://schemas.microsoft.com/office/drawing/2014/main" id="{055C2204-0C0F-7D3E-82DB-3B9DC0AD5BAC}"/>
              </a:ext>
            </a:extLst>
          </p:cNvPr>
          <p:cNvSpPr txBox="1">
            <a:spLocks/>
          </p:cNvSpPr>
          <p:nvPr/>
        </p:nvSpPr>
        <p:spPr>
          <a:xfrm>
            <a:off x="454056" y="6478454"/>
            <a:ext cx="441223" cy="29181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D0AFDD5-844D-364D-8AEC-50CF4D36D55D}" type="slidenum">
              <a:rPr lang="en-US" sz="1000" smtClean="0">
                <a:solidFill>
                  <a:schemeClr val="bg1"/>
                </a:solidFill>
                <a:latin typeface="+mj-lt"/>
              </a:rPr>
              <a:pPr/>
              <a:t>11</a:t>
            </a:fld>
            <a:endParaRPr lang="en-US" sz="1000" dirty="0">
              <a:solidFill>
                <a:schemeClr val="bg1"/>
              </a:solidFill>
              <a:latin typeface="+mj-lt"/>
            </a:endParaRPr>
          </a:p>
        </p:txBody>
      </p:sp>
    </p:spTree>
    <p:extLst>
      <p:ext uri="{BB962C8B-B14F-4D97-AF65-F5344CB8AC3E}">
        <p14:creationId xmlns:p14="http://schemas.microsoft.com/office/powerpoint/2010/main" val="31650419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B71AC69-82E8-8C42-2295-72D42994DA48}"/>
              </a:ext>
            </a:extLst>
          </p:cNvPr>
          <p:cNvSpPr/>
          <p:nvPr/>
        </p:nvSpPr>
        <p:spPr>
          <a:xfrm>
            <a:off x="0" y="0"/>
            <a:ext cx="12192000" cy="6858000"/>
          </a:xfrm>
          <a:prstGeom prst="rect">
            <a:avLst/>
          </a:prstGeom>
          <a:ln w="28575">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D"/>
          </a:p>
        </p:txBody>
      </p:sp>
      <p:sp>
        <p:nvSpPr>
          <p:cNvPr id="8" name="Rectangle 7">
            <a:extLst>
              <a:ext uri="{FF2B5EF4-FFF2-40B4-BE49-F238E27FC236}">
                <a16:creationId xmlns:a16="http://schemas.microsoft.com/office/drawing/2014/main" id="{A22C415D-4F37-68EE-FCF9-6EC2620F8A3D}"/>
              </a:ext>
            </a:extLst>
          </p:cNvPr>
          <p:cNvSpPr/>
          <p:nvPr/>
        </p:nvSpPr>
        <p:spPr>
          <a:xfrm>
            <a:off x="566062" y="522514"/>
            <a:ext cx="11458031" cy="5984035"/>
          </a:xfrm>
          <a:prstGeom prst="rect">
            <a:avLst/>
          </a:prstGeom>
          <a:solidFill>
            <a:schemeClr val="bg1"/>
          </a:solidFill>
          <a:ln w="28575">
            <a:solidFill>
              <a:schemeClr val="tx1"/>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D"/>
          </a:p>
        </p:txBody>
      </p:sp>
      <p:sp>
        <p:nvSpPr>
          <p:cNvPr id="6" name="Rectangle 5">
            <a:extLst>
              <a:ext uri="{FF2B5EF4-FFF2-40B4-BE49-F238E27FC236}">
                <a16:creationId xmlns:a16="http://schemas.microsoft.com/office/drawing/2014/main" id="{B41C1BBE-32AB-5060-C297-9CBA3AC00C6D}"/>
              </a:ext>
            </a:extLst>
          </p:cNvPr>
          <p:cNvSpPr/>
          <p:nvPr/>
        </p:nvSpPr>
        <p:spPr>
          <a:xfrm>
            <a:off x="339014" y="323459"/>
            <a:ext cx="11458031" cy="5984035"/>
          </a:xfrm>
          <a:prstGeom prst="rect">
            <a:avLst/>
          </a:prstGeom>
          <a:ln w="28575">
            <a:solidFill>
              <a:schemeClr val="tx1"/>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D"/>
          </a:p>
        </p:txBody>
      </p:sp>
      <p:sp>
        <p:nvSpPr>
          <p:cNvPr id="2" name="Title 1">
            <a:extLst>
              <a:ext uri="{FF2B5EF4-FFF2-40B4-BE49-F238E27FC236}">
                <a16:creationId xmlns:a16="http://schemas.microsoft.com/office/drawing/2014/main" id="{EA19140C-296A-0579-DCD0-BED295AD96A8}"/>
              </a:ext>
            </a:extLst>
          </p:cNvPr>
          <p:cNvSpPr>
            <a:spLocks noGrp="1"/>
          </p:cNvSpPr>
          <p:nvPr>
            <p:ph type="title"/>
          </p:nvPr>
        </p:nvSpPr>
        <p:spPr>
          <a:xfrm>
            <a:off x="394955" y="399932"/>
            <a:ext cx="8161216" cy="886408"/>
          </a:xfrm>
        </p:spPr>
        <p:txBody>
          <a:bodyPr/>
          <a:lstStyle/>
          <a:p>
            <a:r>
              <a:rPr lang="en-US" sz="6600" dirty="0">
                <a:solidFill>
                  <a:schemeClr val="bg1"/>
                </a:solidFill>
              </a:rPr>
              <a:t>SQL functionalities</a:t>
            </a:r>
            <a:endParaRPr lang="en-ID" sz="6600" dirty="0">
              <a:solidFill>
                <a:schemeClr val="bg1"/>
              </a:solidFill>
            </a:endParaRPr>
          </a:p>
        </p:txBody>
      </p:sp>
      <p:sp>
        <p:nvSpPr>
          <p:cNvPr id="4" name="Content Placeholder 3">
            <a:extLst>
              <a:ext uri="{FF2B5EF4-FFF2-40B4-BE49-F238E27FC236}">
                <a16:creationId xmlns:a16="http://schemas.microsoft.com/office/drawing/2014/main" id="{A53169B4-6424-4CEC-119B-4BA64796FA36}"/>
              </a:ext>
            </a:extLst>
          </p:cNvPr>
          <p:cNvSpPr>
            <a:spLocks noGrp="1"/>
          </p:cNvSpPr>
          <p:nvPr>
            <p:ph idx="1"/>
          </p:nvPr>
        </p:nvSpPr>
        <p:spPr>
          <a:xfrm>
            <a:off x="339013" y="1308430"/>
            <a:ext cx="11458031" cy="5149638"/>
          </a:xfrm>
        </p:spPr>
        <p:txBody>
          <a:bodyPr/>
          <a:lstStyle/>
          <a:p>
            <a:pPr defTabSz="360000"/>
            <a:r>
              <a:rPr lang="en-ID" sz="1800" b="1" dirty="0">
                <a:solidFill>
                  <a:schemeClr val="bg1"/>
                </a:solidFill>
              </a:rPr>
              <a:t>**SELECT**:	  	  </a:t>
            </a:r>
            <a:r>
              <a:rPr lang="en-ID" sz="1800" dirty="0">
                <a:solidFill>
                  <a:schemeClr val="bg1"/>
                </a:solidFill>
              </a:rPr>
              <a:t>Retrieves data from one or more tables.  </a:t>
            </a:r>
            <a:r>
              <a:rPr lang="en-ID" sz="1800" dirty="0"/>
              <a:t>Ex:</a:t>
            </a:r>
            <a:r>
              <a:rPr lang="en-ID" sz="1800" dirty="0">
                <a:solidFill>
                  <a:schemeClr val="bg1"/>
                </a:solidFill>
              </a:rPr>
              <a:t> `SELECT * FROM employees WHERE department = 'HR’;`</a:t>
            </a:r>
          </a:p>
          <a:p>
            <a:pPr defTabSz="360000"/>
            <a:r>
              <a:rPr lang="en-ID" sz="1800" b="1" dirty="0">
                <a:solidFill>
                  <a:schemeClr val="bg1"/>
                </a:solidFill>
              </a:rPr>
              <a:t>**INSERT**:	  	  </a:t>
            </a:r>
            <a:r>
              <a:rPr lang="en-ID" sz="1800" dirty="0">
                <a:solidFill>
                  <a:schemeClr val="bg1"/>
                </a:solidFill>
              </a:rPr>
              <a:t>Adds new data into a table.  </a:t>
            </a:r>
            <a:r>
              <a:rPr lang="en-ID" sz="1800" dirty="0"/>
              <a:t>Ex:</a:t>
            </a:r>
            <a:r>
              <a:rPr lang="en-ID" sz="1800" dirty="0">
                <a:solidFill>
                  <a:schemeClr val="bg1"/>
                </a:solidFill>
              </a:rPr>
              <a:t> `INSERT INTO customers (name, email) VALUES ('John Doe', 'john@example.com');`</a:t>
            </a:r>
          </a:p>
          <a:p>
            <a:pPr defTabSz="360000"/>
            <a:r>
              <a:rPr lang="en-ID" sz="1800" b="1" dirty="0">
                <a:solidFill>
                  <a:schemeClr val="bg1"/>
                </a:solidFill>
              </a:rPr>
              <a:t>**UPDATE**: 	  </a:t>
            </a:r>
            <a:r>
              <a:rPr lang="en-ID" sz="1800" dirty="0">
                <a:solidFill>
                  <a:schemeClr val="bg1"/>
                </a:solidFill>
              </a:rPr>
              <a:t>Modifies existing data in a table.  Ex: `UPDATE products SET price = price * 0.9 WHERE category = 'Electronics’;`</a:t>
            </a:r>
          </a:p>
          <a:p>
            <a:pPr defTabSz="360000"/>
            <a:r>
              <a:rPr lang="en-ID" sz="1800" b="1" dirty="0">
                <a:solidFill>
                  <a:schemeClr val="bg1"/>
                </a:solidFill>
              </a:rPr>
              <a:t>**DELETE**:</a:t>
            </a:r>
            <a:r>
              <a:rPr lang="en-ID" sz="1800" dirty="0">
                <a:solidFill>
                  <a:schemeClr val="bg1"/>
                </a:solidFill>
              </a:rPr>
              <a:t>	  	  Removes data from a table.  </a:t>
            </a:r>
            <a:r>
              <a:rPr lang="en-ID" sz="1800" dirty="0"/>
              <a:t>Ex:</a:t>
            </a:r>
            <a:r>
              <a:rPr lang="en-ID" sz="1800" dirty="0">
                <a:solidFill>
                  <a:schemeClr val="bg1"/>
                </a:solidFill>
              </a:rPr>
              <a:t> `DELETE FROM orders WHERE status = 'cancelled’;`</a:t>
            </a:r>
          </a:p>
          <a:p>
            <a:pPr defTabSz="360000">
              <a:spcAft>
                <a:spcPts val="1000"/>
              </a:spcAft>
            </a:pPr>
            <a:r>
              <a:rPr lang="en-ID" sz="1800" b="1" dirty="0">
                <a:solidFill>
                  <a:schemeClr val="bg1"/>
                </a:solidFill>
              </a:rPr>
              <a:t>**JOIN**:</a:t>
            </a:r>
            <a:r>
              <a:rPr lang="en-ID" sz="1800" dirty="0">
                <a:solidFill>
                  <a:schemeClr val="bg1"/>
                </a:solidFill>
              </a:rPr>
              <a:t>		  Combines rows from two or more tables based on a related column.  </a:t>
            </a:r>
            <a:r>
              <a:rPr lang="en-ID" sz="1800" dirty="0"/>
              <a:t>Ex:</a:t>
            </a:r>
            <a:r>
              <a:rPr lang="en-ID" sz="1800" dirty="0">
                <a:solidFill>
                  <a:schemeClr val="bg1"/>
                </a:solidFill>
              </a:rPr>
              <a:t> `SELECT customers.name, </a:t>
            </a:r>
            <a:r>
              <a:rPr lang="en-ID" sz="1800" dirty="0" err="1">
                <a:solidFill>
                  <a:schemeClr val="bg1"/>
                </a:solidFill>
              </a:rPr>
              <a:t>orders.order_date</a:t>
            </a:r>
            <a:r>
              <a:rPr lang="en-ID" sz="1800" dirty="0">
                <a:solidFill>
                  <a:schemeClr val="bg1"/>
                </a:solidFill>
              </a:rPr>
              <a:t> 				  FROM customers INNER JOIN orders ON customers.id = </a:t>
            </a:r>
            <a:r>
              <a:rPr lang="en-ID" sz="1800" dirty="0" err="1">
                <a:solidFill>
                  <a:schemeClr val="bg1"/>
                </a:solidFill>
              </a:rPr>
              <a:t>orders.customer_id</a:t>
            </a:r>
            <a:r>
              <a:rPr lang="en-ID" sz="1800" dirty="0">
                <a:solidFill>
                  <a:schemeClr val="bg1"/>
                </a:solidFill>
              </a:rPr>
              <a:t>;`</a:t>
            </a:r>
          </a:p>
          <a:p>
            <a:pPr defTabSz="360000">
              <a:spcAft>
                <a:spcPts val="1000"/>
              </a:spcAft>
            </a:pPr>
            <a:r>
              <a:rPr lang="en-ID" sz="1800" b="1" dirty="0">
                <a:solidFill>
                  <a:schemeClr val="bg1"/>
                </a:solidFill>
              </a:rPr>
              <a:t>**GROUP BY**:    </a:t>
            </a:r>
            <a:r>
              <a:rPr lang="en-ID" sz="1800" dirty="0">
                <a:solidFill>
                  <a:schemeClr val="bg1"/>
                </a:solidFill>
              </a:rPr>
              <a:t>Groups rows that have the same values in specified columns.  </a:t>
            </a:r>
            <a:r>
              <a:rPr lang="en-ID" sz="1800" dirty="0"/>
              <a:t>Ex:</a:t>
            </a:r>
            <a:r>
              <a:rPr lang="en-ID" sz="1800" dirty="0">
                <a:solidFill>
                  <a:schemeClr val="bg1"/>
                </a:solidFill>
              </a:rPr>
              <a:t> `SELECT department, AVG(salary) FROM employees 				  GROUP BY department;`</a:t>
            </a:r>
          </a:p>
          <a:p>
            <a:pPr defTabSz="360000"/>
            <a:r>
              <a:rPr lang="en-ID" sz="1800" b="1" dirty="0">
                <a:solidFill>
                  <a:schemeClr val="bg1"/>
                </a:solidFill>
              </a:rPr>
              <a:t>**HAVING**:</a:t>
            </a:r>
            <a:r>
              <a:rPr lang="en-ID" sz="1800" dirty="0">
                <a:solidFill>
                  <a:schemeClr val="bg1"/>
                </a:solidFill>
              </a:rPr>
              <a:t> 	  Filters the results of a GROUP BY clause.  </a:t>
            </a:r>
            <a:r>
              <a:rPr lang="en-ID" sz="1800" dirty="0"/>
              <a:t>Ex:</a:t>
            </a:r>
            <a:r>
              <a:rPr lang="en-ID" sz="1800" dirty="0">
                <a:solidFill>
                  <a:schemeClr val="bg1"/>
                </a:solidFill>
              </a:rPr>
              <a:t> `SELECT department, AVG(salary) FROM employees GROUP BY 						  department HAVING AVG(salary) &gt; 50000;`</a:t>
            </a:r>
          </a:p>
          <a:p>
            <a:pPr defTabSz="360000"/>
            <a:r>
              <a:rPr lang="en-ID" sz="1800" dirty="0">
                <a:solidFill>
                  <a:schemeClr val="bg1"/>
                </a:solidFill>
              </a:rPr>
              <a:t>**ORDER BY**:	  Sorts the result set in ascending or descending order.  </a:t>
            </a:r>
            <a:r>
              <a:rPr lang="en-ID" sz="1800" dirty="0"/>
              <a:t>Ex:</a:t>
            </a:r>
            <a:r>
              <a:rPr lang="en-ID" sz="1800" dirty="0">
                <a:solidFill>
                  <a:schemeClr val="bg1"/>
                </a:solidFill>
              </a:rPr>
              <a:t> `SELECT * FROM products ORDER BY price DESC;`</a:t>
            </a:r>
          </a:p>
          <a:p>
            <a:pPr defTabSz="360000"/>
            <a:r>
              <a:rPr lang="en-ID" sz="1800" dirty="0">
                <a:solidFill>
                  <a:schemeClr val="bg1"/>
                </a:solidFill>
              </a:rPr>
              <a:t>**COUNT**:  	  Counts the number of rows in a table or result set.  </a:t>
            </a:r>
            <a:r>
              <a:rPr lang="en-ID" sz="1800" dirty="0"/>
              <a:t>Ex:</a:t>
            </a:r>
            <a:r>
              <a:rPr lang="en-ID" sz="1800" dirty="0">
                <a:solidFill>
                  <a:schemeClr val="bg1"/>
                </a:solidFill>
              </a:rPr>
              <a:t> `SELECT COUNT(*) FROM customers;`</a:t>
            </a:r>
          </a:p>
          <a:p>
            <a:pPr defTabSz="360000"/>
            <a:r>
              <a:rPr lang="en-ID" sz="1800" dirty="0">
                <a:solidFill>
                  <a:schemeClr val="bg1"/>
                </a:solidFill>
              </a:rPr>
              <a:t>**SUM**: 		  Calculates the sum of values in a column.  </a:t>
            </a:r>
            <a:r>
              <a:rPr lang="en-ID" sz="1800" dirty="0"/>
              <a:t>Ex:</a:t>
            </a:r>
            <a:r>
              <a:rPr lang="en-ID" sz="1800" dirty="0">
                <a:solidFill>
                  <a:schemeClr val="bg1"/>
                </a:solidFill>
              </a:rPr>
              <a:t> `SELECT SUM(</a:t>
            </a:r>
            <a:r>
              <a:rPr lang="en-ID" sz="1800" dirty="0" err="1">
                <a:solidFill>
                  <a:schemeClr val="bg1"/>
                </a:solidFill>
              </a:rPr>
              <a:t>total_price</a:t>
            </a:r>
            <a:r>
              <a:rPr lang="en-ID" sz="1800" dirty="0">
                <a:solidFill>
                  <a:schemeClr val="bg1"/>
                </a:solidFill>
              </a:rPr>
              <a:t>) FROM orders;`</a:t>
            </a:r>
          </a:p>
          <a:p>
            <a:pPr defTabSz="360000"/>
            <a:r>
              <a:rPr lang="en-ID" sz="1800" dirty="0">
                <a:solidFill>
                  <a:schemeClr val="bg1"/>
                </a:solidFill>
              </a:rPr>
              <a:t>**AVG**: 		  Calculates the average of values in a column.  </a:t>
            </a:r>
            <a:r>
              <a:rPr lang="en-ID" sz="1800" dirty="0"/>
              <a:t>Ex:</a:t>
            </a:r>
            <a:r>
              <a:rPr lang="en-ID" sz="1800" dirty="0">
                <a:solidFill>
                  <a:schemeClr val="bg1"/>
                </a:solidFill>
              </a:rPr>
              <a:t> `SELECT AVG(age) FROM employees;`</a:t>
            </a:r>
          </a:p>
          <a:p>
            <a:pPr defTabSz="360000"/>
            <a:r>
              <a:rPr lang="en-ID" sz="1800" dirty="0">
                <a:solidFill>
                  <a:schemeClr val="bg1"/>
                </a:solidFill>
              </a:rPr>
              <a:t>**MAX**: 		  Retrieves the maximum value in a column.  </a:t>
            </a:r>
            <a:r>
              <a:rPr lang="en-ID" sz="1800" dirty="0"/>
              <a:t>Ex:</a:t>
            </a:r>
            <a:r>
              <a:rPr lang="en-ID" sz="1800" dirty="0">
                <a:solidFill>
                  <a:schemeClr val="bg1"/>
                </a:solidFill>
              </a:rPr>
              <a:t> `SELECT MAX(price) FROM products;`</a:t>
            </a:r>
          </a:p>
          <a:p>
            <a:pPr defTabSz="360000"/>
            <a:r>
              <a:rPr lang="en-ID" sz="1800" dirty="0">
                <a:solidFill>
                  <a:schemeClr val="bg1"/>
                </a:solidFill>
              </a:rPr>
              <a:t>**MIN**:              Retrieves the minimum value in a column.  </a:t>
            </a:r>
            <a:r>
              <a:rPr lang="en-ID" sz="1800" dirty="0"/>
              <a:t>Ex:</a:t>
            </a:r>
            <a:r>
              <a:rPr lang="en-ID" sz="1800" dirty="0">
                <a:solidFill>
                  <a:schemeClr val="bg1"/>
                </a:solidFill>
              </a:rPr>
              <a:t> `SELECT MIN(salary) FROM employees;`</a:t>
            </a:r>
          </a:p>
        </p:txBody>
      </p:sp>
      <p:sp>
        <p:nvSpPr>
          <p:cNvPr id="5" name="Slide Number Placeholder 4">
            <a:extLst>
              <a:ext uri="{FF2B5EF4-FFF2-40B4-BE49-F238E27FC236}">
                <a16:creationId xmlns:a16="http://schemas.microsoft.com/office/drawing/2014/main" id="{312AF2CE-8577-892A-D05C-EC1212F867B1}"/>
              </a:ext>
            </a:extLst>
          </p:cNvPr>
          <p:cNvSpPr>
            <a:spLocks noGrp="1"/>
          </p:cNvSpPr>
          <p:nvPr>
            <p:ph type="sldNum" sz="quarter" idx="12"/>
          </p:nvPr>
        </p:nvSpPr>
        <p:spPr>
          <a:xfrm>
            <a:off x="566062" y="6562955"/>
            <a:ext cx="365760" cy="246888"/>
          </a:xfrm>
        </p:spPr>
        <p:txBody>
          <a:bodyPr/>
          <a:lstStyle/>
          <a:p>
            <a:fld id="{8D0AFDD5-844D-364D-8AEC-50CF4D36D55D}" type="slidenum">
              <a:rPr lang="en-US" noProof="0" smtClean="0"/>
              <a:pPr/>
              <a:t>12</a:t>
            </a:fld>
            <a:endParaRPr lang="en-US" noProof="0" dirty="0"/>
          </a:p>
        </p:txBody>
      </p:sp>
      <p:sp>
        <p:nvSpPr>
          <p:cNvPr id="13" name="Text Placeholder 4">
            <a:extLst>
              <a:ext uri="{FF2B5EF4-FFF2-40B4-BE49-F238E27FC236}">
                <a16:creationId xmlns:a16="http://schemas.microsoft.com/office/drawing/2014/main" id="{F235BC5C-BB54-3670-44DB-58BECE49A733}"/>
              </a:ext>
            </a:extLst>
          </p:cNvPr>
          <p:cNvSpPr txBox="1">
            <a:spLocks/>
          </p:cNvSpPr>
          <p:nvPr/>
        </p:nvSpPr>
        <p:spPr>
          <a:xfrm>
            <a:off x="10225138" y="108745"/>
            <a:ext cx="1798955" cy="20621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5000" dirty="0">
                <a:solidFill>
                  <a:schemeClr val="bg1"/>
                </a:solidFill>
                <a:latin typeface="+mj-lt"/>
              </a:rPr>
              <a:t>”</a:t>
            </a:r>
          </a:p>
        </p:txBody>
      </p:sp>
    </p:spTree>
    <p:extLst>
      <p:ext uri="{BB962C8B-B14F-4D97-AF65-F5344CB8AC3E}">
        <p14:creationId xmlns:p14="http://schemas.microsoft.com/office/powerpoint/2010/main" val="29494221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E23C4D0-542F-7002-7702-6E2C2B04B302}"/>
              </a:ext>
            </a:extLst>
          </p:cNvPr>
          <p:cNvSpPr/>
          <p:nvPr/>
        </p:nvSpPr>
        <p:spPr>
          <a:xfrm>
            <a:off x="0" y="0"/>
            <a:ext cx="12192000" cy="685800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D"/>
          </a:p>
        </p:txBody>
      </p:sp>
      <p:sp>
        <p:nvSpPr>
          <p:cNvPr id="18" name="Rectangle 17">
            <a:extLst>
              <a:ext uri="{FF2B5EF4-FFF2-40B4-BE49-F238E27FC236}">
                <a16:creationId xmlns:a16="http://schemas.microsoft.com/office/drawing/2014/main" id="{9ED2A7F1-FDAC-A083-B740-EDBDB0AE6D02}"/>
              </a:ext>
            </a:extLst>
          </p:cNvPr>
          <p:cNvSpPr/>
          <p:nvPr/>
        </p:nvSpPr>
        <p:spPr>
          <a:xfrm>
            <a:off x="544283" y="1440024"/>
            <a:ext cx="5277482" cy="4599990"/>
          </a:xfrm>
          <a:prstGeom prst="rect">
            <a:avLst/>
          </a:prstGeom>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9" name="Rectangle 18">
            <a:extLst>
              <a:ext uri="{FF2B5EF4-FFF2-40B4-BE49-F238E27FC236}">
                <a16:creationId xmlns:a16="http://schemas.microsoft.com/office/drawing/2014/main" id="{3B0E56D2-3578-7841-8362-698E9AABE20B}"/>
              </a:ext>
            </a:extLst>
          </p:cNvPr>
          <p:cNvSpPr/>
          <p:nvPr/>
        </p:nvSpPr>
        <p:spPr>
          <a:xfrm>
            <a:off x="6280534" y="1496010"/>
            <a:ext cx="5277482" cy="4599990"/>
          </a:xfrm>
          <a:prstGeom prst="rect">
            <a:avLst/>
          </a:prstGeom>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3" name="Rectangle 12">
            <a:extLst>
              <a:ext uri="{FF2B5EF4-FFF2-40B4-BE49-F238E27FC236}">
                <a16:creationId xmlns:a16="http://schemas.microsoft.com/office/drawing/2014/main" id="{E75143E9-334C-6324-F1CC-764F8A00AC1B}"/>
              </a:ext>
            </a:extLst>
          </p:cNvPr>
          <p:cNvSpPr/>
          <p:nvPr/>
        </p:nvSpPr>
        <p:spPr>
          <a:xfrm>
            <a:off x="6128134" y="1343610"/>
            <a:ext cx="5277482" cy="4599990"/>
          </a:xfrm>
          <a:prstGeom prst="rect">
            <a:avLst/>
          </a:prstGeom>
          <a:solidFill>
            <a:schemeClr val="accent3"/>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2" name="Rectangle 11">
            <a:extLst>
              <a:ext uri="{FF2B5EF4-FFF2-40B4-BE49-F238E27FC236}">
                <a16:creationId xmlns:a16="http://schemas.microsoft.com/office/drawing/2014/main" id="{62978380-F7A3-C625-B981-C11DECB48C7E}"/>
              </a:ext>
            </a:extLst>
          </p:cNvPr>
          <p:cNvSpPr/>
          <p:nvPr/>
        </p:nvSpPr>
        <p:spPr>
          <a:xfrm>
            <a:off x="391883" y="1287624"/>
            <a:ext cx="5277482" cy="4599990"/>
          </a:xfrm>
          <a:prstGeom prst="rect">
            <a:avLst/>
          </a:prstGeom>
          <a:solidFill>
            <a:schemeClr val="accent3"/>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itle 1">
            <a:extLst>
              <a:ext uri="{FF2B5EF4-FFF2-40B4-BE49-F238E27FC236}">
                <a16:creationId xmlns:a16="http://schemas.microsoft.com/office/drawing/2014/main" id="{D44ED30F-E82A-86C5-D90B-ED20F7DABE17}"/>
              </a:ext>
            </a:extLst>
          </p:cNvPr>
          <p:cNvSpPr>
            <a:spLocks noGrp="1"/>
          </p:cNvSpPr>
          <p:nvPr>
            <p:ph type="title"/>
          </p:nvPr>
        </p:nvSpPr>
        <p:spPr>
          <a:xfrm>
            <a:off x="391883" y="150060"/>
            <a:ext cx="11206068" cy="1057031"/>
          </a:xfrm>
        </p:spPr>
        <p:txBody>
          <a:bodyPr/>
          <a:lstStyle/>
          <a:p>
            <a:r>
              <a:rPr lang="en-US" dirty="0"/>
              <a:t>Comparison between</a:t>
            </a:r>
            <a:endParaRPr lang="en-ID" dirty="0"/>
          </a:p>
        </p:txBody>
      </p:sp>
      <p:sp>
        <p:nvSpPr>
          <p:cNvPr id="4" name="Content Placeholder 3">
            <a:extLst>
              <a:ext uri="{FF2B5EF4-FFF2-40B4-BE49-F238E27FC236}">
                <a16:creationId xmlns:a16="http://schemas.microsoft.com/office/drawing/2014/main" id="{5E6E006F-5ABF-D83F-BC6F-7D383467C894}"/>
              </a:ext>
            </a:extLst>
          </p:cNvPr>
          <p:cNvSpPr>
            <a:spLocks noGrp="1"/>
          </p:cNvSpPr>
          <p:nvPr>
            <p:ph sz="half" idx="2"/>
          </p:nvPr>
        </p:nvSpPr>
        <p:spPr>
          <a:xfrm>
            <a:off x="391883" y="1949993"/>
            <a:ext cx="5277482" cy="4575536"/>
          </a:xfrm>
        </p:spPr>
        <p:txBody>
          <a:bodyPr/>
          <a:lstStyle/>
          <a:p>
            <a:pPr algn="just"/>
            <a:r>
              <a:rPr lang="en-ID" sz="1800" dirty="0">
                <a:solidFill>
                  <a:schemeClr val="bg1"/>
                </a:solidFill>
              </a:rPr>
              <a:t>- </a:t>
            </a:r>
            <a:r>
              <a:rPr lang="en-ID" sz="1800" b="1" dirty="0">
                <a:solidFill>
                  <a:schemeClr val="bg1"/>
                </a:solidFill>
              </a:rPr>
              <a:t>Type:</a:t>
            </a:r>
            <a:r>
              <a:rPr lang="en-ID" sz="1800" dirty="0">
                <a:solidFill>
                  <a:schemeClr val="bg1"/>
                </a:solidFill>
              </a:rPr>
              <a:t> NoSQL database</a:t>
            </a:r>
          </a:p>
          <a:p>
            <a:pPr algn="just"/>
            <a:r>
              <a:rPr lang="en-ID" sz="1800" dirty="0">
                <a:solidFill>
                  <a:schemeClr val="bg1"/>
                </a:solidFill>
              </a:rPr>
              <a:t>- </a:t>
            </a:r>
            <a:r>
              <a:rPr lang="en-ID" sz="1800" b="1" dirty="0">
                <a:solidFill>
                  <a:schemeClr val="bg1"/>
                </a:solidFill>
              </a:rPr>
              <a:t>Data models: </a:t>
            </a:r>
            <a:r>
              <a:rPr lang="en-ID" sz="1800" dirty="0">
                <a:solidFill>
                  <a:schemeClr val="bg1"/>
                </a:solidFill>
              </a:rPr>
              <a:t>Document-oriented (uses BSON format) </a:t>
            </a:r>
          </a:p>
          <a:p>
            <a:pPr algn="just"/>
            <a:r>
              <a:rPr lang="en-ID" sz="1800" b="0" i="0" dirty="0">
                <a:solidFill>
                  <a:schemeClr val="bg1"/>
                </a:solidFill>
                <a:effectLst/>
              </a:rPr>
              <a:t>- </a:t>
            </a:r>
            <a:r>
              <a:rPr lang="en-ID" sz="1800" b="1" i="0" dirty="0">
                <a:solidFill>
                  <a:schemeClr val="bg1"/>
                </a:solidFill>
                <a:effectLst/>
              </a:rPr>
              <a:t>Schema:</a:t>
            </a:r>
            <a:r>
              <a:rPr lang="en-ID" sz="1800" b="0" i="0" dirty="0">
                <a:solidFill>
                  <a:schemeClr val="bg1"/>
                </a:solidFill>
                <a:effectLst/>
              </a:rPr>
              <a:t> Dynamic schema (flexible and can vary from one document to another).</a:t>
            </a:r>
          </a:p>
          <a:p>
            <a:pPr algn="just"/>
            <a:r>
              <a:rPr lang="en-ID" sz="1800" b="1" i="0" dirty="0">
                <a:solidFill>
                  <a:schemeClr val="bg1"/>
                </a:solidFill>
                <a:effectLst/>
              </a:rPr>
              <a:t>- Query Language:</a:t>
            </a:r>
            <a:r>
              <a:rPr lang="en-ID" sz="1800" b="0" i="0" dirty="0">
                <a:solidFill>
                  <a:schemeClr val="bg1"/>
                </a:solidFill>
                <a:effectLst/>
              </a:rPr>
              <a:t> JSON-like queries.</a:t>
            </a:r>
          </a:p>
          <a:p>
            <a:pPr algn="just"/>
            <a:r>
              <a:rPr lang="en-ID" sz="1800" b="0" i="0" dirty="0">
                <a:solidFill>
                  <a:schemeClr val="bg1"/>
                </a:solidFill>
                <a:effectLst/>
              </a:rPr>
              <a:t> -</a:t>
            </a:r>
            <a:r>
              <a:rPr lang="en-ID" sz="1800" b="1" i="0" dirty="0">
                <a:solidFill>
                  <a:schemeClr val="bg1"/>
                </a:solidFill>
                <a:effectLst/>
              </a:rPr>
              <a:t>Scalability:</a:t>
            </a:r>
            <a:r>
              <a:rPr lang="en-ID" sz="1800" b="0" i="0" dirty="0">
                <a:solidFill>
                  <a:schemeClr val="bg1"/>
                </a:solidFill>
                <a:effectLst/>
              </a:rPr>
              <a:t> Horizontal scaling (</a:t>
            </a:r>
            <a:r>
              <a:rPr lang="en-ID" sz="1800" b="0" i="0" dirty="0" err="1">
                <a:solidFill>
                  <a:schemeClr val="bg1"/>
                </a:solidFill>
                <a:effectLst/>
              </a:rPr>
              <a:t>sharding</a:t>
            </a:r>
            <a:r>
              <a:rPr lang="en-ID" sz="1800" b="0" i="0" dirty="0">
                <a:solidFill>
                  <a:schemeClr val="bg1"/>
                </a:solidFill>
                <a:effectLst/>
              </a:rPr>
              <a:t>) is easy and efficient.</a:t>
            </a:r>
          </a:p>
          <a:p>
            <a:pPr algn="just"/>
            <a:r>
              <a:rPr lang="en-ID" sz="1800" b="0" i="0" dirty="0">
                <a:solidFill>
                  <a:schemeClr val="bg1"/>
                </a:solidFill>
                <a:effectLst/>
              </a:rPr>
              <a:t>- </a:t>
            </a:r>
            <a:r>
              <a:rPr lang="en-ID" sz="1800" b="1" i="0" dirty="0">
                <a:solidFill>
                  <a:schemeClr val="bg1"/>
                </a:solidFill>
                <a:effectLst/>
              </a:rPr>
              <a:t>ACID:</a:t>
            </a:r>
            <a:r>
              <a:rPr lang="en-ID" sz="1800" b="0" i="0" dirty="0">
                <a:solidFill>
                  <a:schemeClr val="bg1"/>
                </a:solidFill>
                <a:effectLst/>
              </a:rPr>
              <a:t> Not natively supported; supports atomic operations at the document level.</a:t>
            </a:r>
          </a:p>
          <a:p>
            <a:pPr algn="just"/>
            <a:r>
              <a:rPr lang="en-ID" sz="1800" b="1" i="0" dirty="0">
                <a:solidFill>
                  <a:schemeClr val="bg1"/>
                </a:solidFill>
                <a:effectLst/>
              </a:rPr>
              <a:t>- Relationships:</a:t>
            </a:r>
            <a:r>
              <a:rPr lang="en-ID" sz="1800" b="0" i="0" dirty="0">
                <a:solidFill>
                  <a:schemeClr val="bg1"/>
                </a:solidFill>
                <a:effectLst/>
              </a:rPr>
              <a:t> No built-in support for complex joins; encourages denormalization.</a:t>
            </a:r>
          </a:p>
          <a:p>
            <a:pPr algn="just"/>
            <a:r>
              <a:rPr lang="en-ID" sz="1800" b="1" i="0" dirty="0">
                <a:solidFill>
                  <a:schemeClr val="bg1"/>
                </a:solidFill>
                <a:effectLst/>
              </a:rPr>
              <a:t>-Use Cases:</a:t>
            </a:r>
            <a:r>
              <a:rPr lang="en-ID" sz="1800" b="0" i="0" dirty="0">
                <a:solidFill>
                  <a:schemeClr val="bg1"/>
                </a:solidFill>
                <a:effectLst/>
              </a:rPr>
              <a:t> Well-suited for applications with rapidly evolving schemas, unstructured or semi-structured data, and horizontal scalability needs.</a:t>
            </a:r>
          </a:p>
          <a:p>
            <a:endParaRPr lang="en-ID" sz="1800" dirty="0">
              <a:solidFill>
                <a:schemeClr val="bg1"/>
              </a:solidFill>
            </a:endParaRPr>
          </a:p>
        </p:txBody>
      </p:sp>
      <p:sp>
        <p:nvSpPr>
          <p:cNvPr id="6" name="Content Placeholder 5">
            <a:extLst>
              <a:ext uri="{FF2B5EF4-FFF2-40B4-BE49-F238E27FC236}">
                <a16:creationId xmlns:a16="http://schemas.microsoft.com/office/drawing/2014/main" id="{5B40EB3F-916C-DB44-6F5F-7C56E5037567}"/>
              </a:ext>
            </a:extLst>
          </p:cNvPr>
          <p:cNvSpPr>
            <a:spLocks noGrp="1"/>
          </p:cNvSpPr>
          <p:nvPr>
            <p:ph sz="half" idx="20"/>
          </p:nvPr>
        </p:nvSpPr>
        <p:spPr>
          <a:xfrm>
            <a:off x="6161024" y="1949993"/>
            <a:ext cx="5244592" cy="3937621"/>
          </a:xfrm>
        </p:spPr>
        <p:txBody>
          <a:bodyPr/>
          <a:lstStyle/>
          <a:p>
            <a:pPr algn="just"/>
            <a:r>
              <a:rPr lang="en-ID" sz="1800" b="1" i="0" dirty="0">
                <a:solidFill>
                  <a:schemeClr val="bg1"/>
                </a:solidFill>
                <a:effectLst/>
              </a:rPr>
              <a:t>- Type:</a:t>
            </a:r>
            <a:r>
              <a:rPr lang="en-ID" sz="1800" b="0" i="0" dirty="0">
                <a:solidFill>
                  <a:schemeClr val="bg1"/>
                </a:solidFill>
                <a:effectLst/>
              </a:rPr>
              <a:t> Relational database.</a:t>
            </a:r>
          </a:p>
          <a:p>
            <a:pPr algn="just"/>
            <a:r>
              <a:rPr lang="en-ID" sz="1800" b="1" i="0" dirty="0">
                <a:solidFill>
                  <a:schemeClr val="bg1"/>
                </a:solidFill>
                <a:effectLst/>
              </a:rPr>
              <a:t>- Data Model:</a:t>
            </a:r>
            <a:r>
              <a:rPr lang="en-ID" sz="1800" b="0" i="0" dirty="0">
                <a:solidFill>
                  <a:schemeClr val="bg1"/>
                </a:solidFill>
                <a:effectLst/>
              </a:rPr>
              <a:t> Table-based (rows and columns).</a:t>
            </a:r>
          </a:p>
          <a:p>
            <a:pPr algn="just"/>
            <a:r>
              <a:rPr lang="en-ID" sz="1800" b="1" i="0" dirty="0">
                <a:solidFill>
                  <a:schemeClr val="bg1"/>
                </a:solidFill>
                <a:effectLst/>
              </a:rPr>
              <a:t>- Schema:</a:t>
            </a:r>
            <a:r>
              <a:rPr lang="en-ID" sz="1800" b="0" i="0" dirty="0">
                <a:solidFill>
                  <a:schemeClr val="bg1"/>
                </a:solidFill>
                <a:effectLst/>
              </a:rPr>
              <a:t> Fixed schema (defined structure for tables with columns and data types).</a:t>
            </a:r>
          </a:p>
          <a:p>
            <a:pPr algn="just"/>
            <a:r>
              <a:rPr lang="en-ID" sz="1800" b="1" i="0" dirty="0">
                <a:solidFill>
                  <a:schemeClr val="bg1"/>
                </a:solidFill>
                <a:effectLst/>
              </a:rPr>
              <a:t>- Query Language:</a:t>
            </a:r>
            <a:r>
              <a:rPr lang="en-ID" sz="1800" b="0" i="0" dirty="0">
                <a:solidFill>
                  <a:schemeClr val="bg1"/>
                </a:solidFill>
                <a:effectLst/>
              </a:rPr>
              <a:t> Structured Query Language (SQL).</a:t>
            </a:r>
          </a:p>
          <a:p>
            <a:pPr algn="just"/>
            <a:r>
              <a:rPr lang="en-ID" sz="1800" b="1" i="0" dirty="0">
                <a:solidFill>
                  <a:schemeClr val="bg1"/>
                </a:solidFill>
                <a:effectLst/>
              </a:rPr>
              <a:t>- Scalability:</a:t>
            </a:r>
            <a:r>
              <a:rPr lang="en-ID" sz="1800" b="0" i="0" dirty="0">
                <a:solidFill>
                  <a:schemeClr val="bg1"/>
                </a:solidFill>
                <a:effectLst/>
              </a:rPr>
              <a:t> Vertical scaling (adding more resources to a single server) can be complex.</a:t>
            </a:r>
          </a:p>
          <a:p>
            <a:pPr algn="just"/>
            <a:r>
              <a:rPr lang="en-ID" sz="1800" b="1" i="0" dirty="0">
                <a:solidFill>
                  <a:schemeClr val="bg1"/>
                </a:solidFill>
                <a:effectLst/>
              </a:rPr>
              <a:t>- ACID:</a:t>
            </a:r>
            <a:r>
              <a:rPr lang="en-ID" sz="1800" b="0" i="0" dirty="0">
                <a:solidFill>
                  <a:schemeClr val="bg1"/>
                </a:solidFill>
                <a:effectLst/>
              </a:rPr>
              <a:t> Strong ACID compliance with support for transactions.</a:t>
            </a:r>
          </a:p>
          <a:p>
            <a:pPr algn="just"/>
            <a:r>
              <a:rPr lang="en-ID" sz="1800" b="1" i="0" dirty="0">
                <a:solidFill>
                  <a:schemeClr val="bg1"/>
                </a:solidFill>
                <a:effectLst/>
              </a:rPr>
              <a:t>- Relationships:</a:t>
            </a:r>
            <a:r>
              <a:rPr lang="en-ID" sz="1800" b="0" i="0" dirty="0">
                <a:solidFill>
                  <a:schemeClr val="bg1"/>
                </a:solidFill>
                <a:effectLst/>
              </a:rPr>
              <a:t> Built-in support for complex joins; promotes normalization.</a:t>
            </a:r>
          </a:p>
          <a:p>
            <a:pPr algn="just"/>
            <a:r>
              <a:rPr lang="en-ID" sz="1800" b="1" i="0" dirty="0">
                <a:solidFill>
                  <a:schemeClr val="bg1"/>
                </a:solidFill>
                <a:effectLst/>
              </a:rPr>
              <a:t>- Use Cases:</a:t>
            </a:r>
            <a:r>
              <a:rPr lang="en-ID" sz="1800" b="0" i="0" dirty="0">
                <a:solidFill>
                  <a:schemeClr val="bg1"/>
                </a:solidFill>
                <a:effectLst/>
              </a:rPr>
              <a:t> Well-suited for applications with structured data, well-defined schemas, and complex relationships between entities.</a:t>
            </a:r>
          </a:p>
        </p:txBody>
      </p:sp>
      <p:sp>
        <p:nvSpPr>
          <p:cNvPr id="7" name="Slide Number Placeholder 6">
            <a:extLst>
              <a:ext uri="{FF2B5EF4-FFF2-40B4-BE49-F238E27FC236}">
                <a16:creationId xmlns:a16="http://schemas.microsoft.com/office/drawing/2014/main" id="{E71785A2-A507-066A-544C-27052BAB9B5F}"/>
              </a:ext>
            </a:extLst>
          </p:cNvPr>
          <p:cNvSpPr>
            <a:spLocks noGrp="1"/>
          </p:cNvSpPr>
          <p:nvPr>
            <p:ph type="sldNum" sz="quarter" idx="12"/>
          </p:nvPr>
        </p:nvSpPr>
        <p:spPr/>
        <p:txBody>
          <a:bodyPr/>
          <a:lstStyle/>
          <a:p>
            <a:fld id="{8D0AFDD5-844D-364D-8AEC-50CF4D36D55D}" type="slidenum">
              <a:rPr lang="en-US" noProof="0" smtClean="0"/>
              <a:pPr/>
              <a:t>13</a:t>
            </a:fld>
            <a:endParaRPr lang="en-US" noProof="0"/>
          </a:p>
        </p:txBody>
      </p:sp>
      <p:sp>
        <p:nvSpPr>
          <p:cNvPr id="8" name="Footer Placeholder 7">
            <a:extLst>
              <a:ext uri="{FF2B5EF4-FFF2-40B4-BE49-F238E27FC236}">
                <a16:creationId xmlns:a16="http://schemas.microsoft.com/office/drawing/2014/main" id="{337B7433-688C-24BC-4CE3-D007FC82FF08}"/>
              </a:ext>
            </a:extLst>
          </p:cNvPr>
          <p:cNvSpPr>
            <a:spLocks noGrp="1"/>
          </p:cNvSpPr>
          <p:nvPr>
            <p:ph type="ftr" sz="quarter" idx="11"/>
          </p:nvPr>
        </p:nvSpPr>
        <p:spPr/>
        <p:txBody>
          <a:bodyPr/>
          <a:lstStyle/>
          <a:p>
            <a:r>
              <a:rPr lang="en-US" noProof="0" dirty="0"/>
              <a:t>GOMYCODE checkpoint</a:t>
            </a:r>
          </a:p>
        </p:txBody>
      </p:sp>
      <p:sp>
        <p:nvSpPr>
          <p:cNvPr id="9" name="Date Placeholder 8">
            <a:extLst>
              <a:ext uri="{FF2B5EF4-FFF2-40B4-BE49-F238E27FC236}">
                <a16:creationId xmlns:a16="http://schemas.microsoft.com/office/drawing/2014/main" id="{66C549BA-4EB9-4076-439F-1531D88B8C90}"/>
              </a:ext>
            </a:extLst>
          </p:cNvPr>
          <p:cNvSpPr>
            <a:spLocks noGrp="1"/>
          </p:cNvSpPr>
          <p:nvPr>
            <p:ph type="dt" sz="half" idx="10"/>
          </p:nvPr>
        </p:nvSpPr>
        <p:spPr/>
        <p:txBody>
          <a:bodyPr/>
          <a:lstStyle/>
          <a:p>
            <a:r>
              <a:rPr lang="en-US" noProof="0" dirty="0"/>
              <a:t>2023</a:t>
            </a:r>
          </a:p>
        </p:txBody>
      </p:sp>
      <p:sp>
        <p:nvSpPr>
          <p:cNvPr id="14" name="Title 1">
            <a:extLst>
              <a:ext uri="{FF2B5EF4-FFF2-40B4-BE49-F238E27FC236}">
                <a16:creationId xmlns:a16="http://schemas.microsoft.com/office/drawing/2014/main" id="{60E3A185-7C68-4E96-58DB-0D7393B0FA10}"/>
              </a:ext>
            </a:extLst>
          </p:cNvPr>
          <p:cNvSpPr txBox="1">
            <a:spLocks/>
          </p:cNvSpPr>
          <p:nvPr/>
        </p:nvSpPr>
        <p:spPr>
          <a:xfrm>
            <a:off x="1750381" y="1248377"/>
            <a:ext cx="2700321" cy="728646"/>
          </a:xfrm>
          <a:prstGeom prst="rect">
            <a:avLst/>
          </a:prstGeom>
        </p:spPr>
        <p:txBody>
          <a:bodyPr vert="horz" lIns="91440" tIns="45720" rIns="91440" bIns="45720" rtlCol="0" anchor="t">
            <a:noAutofit/>
          </a:bodyPr>
          <a:lstStyle>
            <a:lvl1pPr algn="ctr" defTabSz="914400" rtl="0" eaLnBrk="1" latinLnBrk="0" hangingPunct="1">
              <a:lnSpc>
                <a:spcPct val="100000"/>
              </a:lnSpc>
              <a:spcBef>
                <a:spcPct val="0"/>
              </a:spcBef>
              <a:buNone/>
              <a:defRPr sz="6000" kern="1200">
                <a:solidFill>
                  <a:schemeClr val="tx1"/>
                </a:solidFill>
                <a:latin typeface="+mj-lt"/>
                <a:ea typeface="+mj-ea"/>
                <a:cs typeface="+mj-cs"/>
              </a:defRPr>
            </a:lvl1pPr>
          </a:lstStyle>
          <a:p>
            <a:pPr algn="l"/>
            <a:r>
              <a:rPr lang="en-US" sz="4000" dirty="0">
                <a:solidFill>
                  <a:schemeClr val="bg1"/>
                </a:solidFill>
              </a:rPr>
              <a:t>MongoDB</a:t>
            </a:r>
            <a:endParaRPr lang="en-ID" sz="4000" dirty="0">
              <a:solidFill>
                <a:schemeClr val="bg1"/>
              </a:solidFill>
            </a:endParaRPr>
          </a:p>
        </p:txBody>
      </p:sp>
      <p:sp>
        <p:nvSpPr>
          <p:cNvPr id="15" name="Title 1">
            <a:extLst>
              <a:ext uri="{FF2B5EF4-FFF2-40B4-BE49-F238E27FC236}">
                <a16:creationId xmlns:a16="http://schemas.microsoft.com/office/drawing/2014/main" id="{2E7EBD16-D407-4966-32A0-FEB720701B9B}"/>
              </a:ext>
            </a:extLst>
          </p:cNvPr>
          <p:cNvSpPr txBox="1">
            <a:spLocks/>
          </p:cNvSpPr>
          <p:nvPr/>
        </p:nvSpPr>
        <p:spPr>
          <a:xfrm>
            <a:off x="8199825" y="1314328"/>
            <a:ext cx="1166990" cy="728646"/>
          </a:xfrm>
          <a:prstGeom prst="rect">
            <a:avLst/>
          </a:prstGeom>
        </p:spPr>
        <p:txBody>
          <a:bodyPr vert="horz" lIns="91440" tIns="45720" rIns="91440" bIns="45720" rtlCol="0" anchor="t">
            <a:noAutofit/>
          </a:bodyPr>
          <a:lstStyle>
            <a:lvl1pPr algn="ctr" defTabSz="914400" rtl="0" eaLnBrk="1" latinLnBrk="0" hangingPunct="1">
              <a:lnSpc>
                <a:spcPct val="100000"/>
              </a:lnSpc>
              <a:spcBef>
                <a:spcPct val="0"/>
              </a:spcBef>
              <a:buNone/>
              <a:defRPr sz="6000" kern="1200">
                <a:solidFill>
                  <a:schemeClr val="tx1"/>
                </a:solidFill>
                <a:latin typeface="+mj-lt"/>
                <a:ea typeface="+mj-ea"/>
                <a:cs typeface="+mj-cs"/>
              </a:defRPr>
            </a:lvl1pPr>
          </a:lstStyle>
          <a:p>
            <a:pPr algn="l"/>
            <a:r>
              <a:rPr lang="en-US" sz="4000" dirty="0">
                <a:solidFill>
                  <a:schemeClr val="bg1"/>
                </a:solidFill>
              </a:rPr>
              <a:t>SQL</a:t>
            </a:r>
            <a:endParaRPr lang="en-ID" sz="4000" dirty="0">
              <a:solidFill>
                <a:schemeClr val="bg1"/>
              </a:solidFill>
            </a:endParaRPr>
          </a:p>
        </p:txBody>
      </p:sp>
    </p:spTree>
    <p:extLst>
      <p:ext uri="{BB962C8B-B14F-4D97-AF65-F5344CB8AC3E}">
        <p14:creationId xmlns:p14="http://schemas.microsoft.com/office/powerpoint/2010/main" val="29186634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4C5B759-93CB-5B5A-B1D2-2E3C42747C75}"/>
              </a:ext>
            </a:extLst>
          </p:cNvPr>
          <p:cNvSpPr>
            <a:spLocks noGrp="1"/>
          </p:cNvSpPr>
          <p:nvPr>
            <p:ph type="ctrTitle"/>
          </p:nvPr>
        </p:nvSpPr>
        <p:spPr/>
        <p:txBody>
          <a:bodyPr/>
          <a:lstStyle/>
          <a:p>
            <a:r>
              <a:rPr lang="en-US" dirty="0"/>
              <a:t>Thank you</a:t>
            </a:r>
          </a:p>
        </p:txBody>
      </p:sp>
      <p:sp>
        <p:nvSpPr>
          <p:cNvPr id="25" name="Subtitle 24">
            <a:extLst>
              <a:ext uri="{FF2B5EF4-FFF2-40B4-BE49-F238E27FC236}">
                <a16:creationId xmlns:a16="http://schemas.microsoft.com/office/drawing/2014/main" id="{518B68B6-5284-F036-E87F-9BC3A435A7B3}"/>
              </a:ext>
            </a:extLst>
          </p:cNvPr>
          <p:cNvSpPr>
            <a:spLocks noGrp="1"/>
          </p:cNvSpPr>
          <p:nvPr>
            <p:ph type="subTitle" idx="1"/>
          </p:nvPr>
        </p:nvSpPr>
        <p:spPr/>
        <p:txBody>
          <a:bodyPr/>
          <a:lstStyle/>
          <a:p>
            <a:r>
              <a:rPr lang="en-US" dirty="0"/>
              <a:t>Irsyad Alaudin Hariono</a:t>
            </a:r>
          </a:p>
          <a:p>
            <a:r>
              <a:rPr lang="en-US" dirty="0"/>
              <a:t>GOMYCODE checkpoint</a:t>
            </a:r>
          </a:p>
          <a:p>
            <a:r>
              <a:rPr lang="en-US" dirty="0"/>
              <a:t>Introduction databases SQL vs NoSQL</a:t>
            </a:r>
          </a:p>
          <a:p>
            <a:endParaRPr lang="en-US" dirty="0"/>
          </a:p>
          <a:p>
            <a:endParaRPr lang="en-US" dirty="0"/>
          </a:p>
        </p:txBody>
      </p:sp>
    </p:spTree>
    <p:extLst>
      <p:ext uri="{BB962C8B-B14F-4D97-AF65-F5344CB8AC3E}">
        <p14:creationId xmlns:p14="http://schemas.microsoft.com/office/powerpoint/2010/main" val="2397583386"/>
      </p:ext>
    </p:extLst>
  </p:cSld>
  <p:clrMapOvr>
    <a:masterClrMapping/>
  </p:clrMapOvr>
</p:sld>
</file>

<file path=ppt/theme/theme1.xml><?xml version="1.0" encoding="utf-8"?>
<a:theme xmlns:a="http://schemas.openxmlformats.org/drawingml/2006/main" name="Office Theme">
  <a:themeElements>
    <a:clrScheme name="Custom 30">
      <a:dk1>
        <a:srgbClr val="000000"/>
      </a:dk1>
      <a:lt1>
        <a:srgbClr val="FFFFFF"/>
      </a:lt1>
      <a:dk2>
        <a:srgbClr val="264653"/>
      </a:dk2>
      <a:lt2>
        <a:srgbClr val="E7E6E6"/>
      </a:lt2>
      <a:accent1>
        <a:srgbClr val="F3EBE8"/>
      </a:accent1>
      <a:accent2>
        <a:srgbClr val="E9C369"/>
      </a:accent2>
      <a:accent3>
        <a:srgbClr val="2A9D8F"/>
      </a:accent3>
      <a:accent4>
        <a:srgbClr val="F3D6CD"/>
      </a:accent4>
      <a:accent5>
        <a:srgbClr val="F3EBE8"/>
      </a:accent5>
      <a:accent6>
        <a:srgbClr val="60717C"/>
      </a:accent6>
      <a:hlink>
        <a:srgbClr val="828683"/>
      </a:hlink>
      <a:folHlink>
        <a:srgbClr val="D08A55"/>
      </a:folHlink>
    </a:clrScheme>
    <a:fontScheme name="Custom 28">
      <a:majorFont>
        <a:latin typeface="Century Gothic"/>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ern-Angles_Win32_CP_v11" id="{557BB2FF-F1F4-4776-80DE-DC11FC14475E}" vid="{E0321167-E0D5-4285-8F17-B2BAD920F1B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A78568-A730-4D3B-A489-FD854E91254A}">
  <ds:schemaRefs>
    <ds:schemaRef ds:uri="http://schemas.microsoft.com/sharepoint/v3/contenttype/forms"/>
  </ds:schemaRefs>
</ds:datastoreItem>
</file>

<file path=customXml/itemProps2.xml><?xml version="1.0" encoding="utf-8"?>
<ds:datastoreItem xmlns:ds="http://schemas.openxmlformats.org/officeDocument/2006/customXml" ds:itemID="{61D9A46C-D3F3-4D45-B248-B831C6B5FC85}">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A7D90517-43A3-4BC6-B197-5C7B7D3DBC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{9762A054-71BB-47EF-9685-91B1082588EA}tf11429527_win32</Template>
  <TotalTime>447</TotalTime>
  <Words>1778</Words>
  <Application>Microsoft Office PowerPoint</Application>
  <PresentationFormat>Widescreen</PresentationFormat>
  <Paragraphs>180</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Century Gothic</vt:lpstr>
      <vt:lpstr>Karla</vt:lpstr>
      <vt:lpstr>Univers Condensed Light</vt:lpstr>
      <vt:lpstr>Office Theme</vt:lpstr>
      <vt:lpstr>No SQL (MongoDB) vs SQL</vt:lpstr>
      <vt:lpstr>List of contents (page)</vt:lpstr>
      <vt:lpstr>PowerPoint Presentation</vt:lpstr>
      <vt:lpstr>PowerPoint Presentation</vt:lpstr>
      <vt:lpstr>MongoDB </vt:lpstr>
      <vt:lpstr>MongoDB data types</vt:lpstr>
      <vt:lpstr>MongoDB functionalities</vt:lpstr>
      <vt:lpstr>PowerPoint Presentation</vt:lpstr>
      <vt:lpstr>PowerPoint Presentation</vt:lpstr>
      <vt:lpstr>SQL </vt:lpstr>
      <vt:lpstr>PowerPoint Presentation</vt:lpstr>
      <vt:lpstr>SQL functionalities</vt:lpstr>
      <vt:lpstr>Comparison between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SQL (MongoDB) vs SQL</dc:title>
  <dc:creator>Irsyad Alaudin</dc:creator>
  <cp:lastModifiedBy>Irsyad Alaudin</cp:lastModifiedBy>
  <cp:revision>3</cp:revision>
  <dcterms:created xsi:type="dcterms:W3CDTF">2023-08-24T22:48:10Z</dcterms:created>
  <dcterms:modified xsi:type="dcterms:W3CDTF">2023-08-25T14:44:02Z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